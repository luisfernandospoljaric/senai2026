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29"/>
  </p:notesMasterIdLst>
  <p:sldIdLst>
    <p:sldId id="268" r:id="rId5"/>
    <p:sldId id="258" r:id="rId6"/>
    <p:sldId id="357" r:id="rId7"/>
    <p:sldId id="374" r:id="rId8"/>
    <p:sldId id="355" r:id="rId9"/>
    <p:sldId id="375" r:id="rId10"/>
    <p:sldId id="286" r:id="rId11"/>
    <p:sldId id="377" r:id="rId12"/>
    <p:sldId id="379" r:id="rId13"/>
    <p:sldId id="380" r:id="rId14"/>
    <p:sldId id="381" r:id="rId15"/>
    <p:sldId id="382" r:id="rId16"/>
    <p:sldId id="383" r:id="rId17"/>
    <p:sldId id="384" r:id="rId18"/>
    <p:sldId id="392" r:id="rId19"/>
    <p:sldId id="385" r:id="rId20"/>
    <p:sldId id="386" r:id="rId21"/>
    <p:sldId id="387" r:id="rId22"/>
    <p:sldId id="388" r:id="rId23"/>
    <p:sldId id="390" r:id="rId24"/>
    <p:sldId id="389" r:id="rId25"/>
    <p:sldId id="391" r:id="rId26"/>
    <p:sldId id="393" r:id="rId27"/>
    <p:sldId id="395" r:id="rId28"/>
  </p:sldIdLst>
  <p:sldSz cx="20104100" cy="11309350"/>
  <p:notesSz cx="20104100" cy="11309350"/>
  <p:embeddedFontLst>
    <p:embeddedFont>
      <p:font typeface="Montserrat" panose="00000500000000000000" pitchFamily="2" charset="0"/>
      <p:regular r:id="rId30"/>
      <p:bold r:id="rId31"/>
      <p:italic r:id="rId32"/>
      <p:boldItalic r:id="rId33"/>
    </p:embeddedFont>
    <p:embeddedFont>
      <p:font typeface="Montserrat ExtraBold" panose="00000900000000000000" pitchFamily="2" charset="0"/>
      <p:bold r:id="rId34"/>
      <p:boldItalic r:id="rId35"/>
    </p:embeddedFont>
    <p:embeddedFont>
      <p:font typeface="Montserrat Light" panose="00000400000000000000" pitchFamily="2" charset="0"/>
      <p:regular r:id="rId36"/>
      <p:italic r:id="rId37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  <a:srgbClr val="E21013"/>
    <a:srgbClr val="C127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0E3ABB-C11A-BBD9-2802-532C104E159E}" v="1" dt="2022-01-25T14:55:06.476"/>
    <p1510:client id="{67B79760-9B19-EA06-B321-81BE3DC8DF22}" v="11" dt="2022-01-28T13:28:15.146"/>
    <p1510:client id="{E26C3A5A-D7F9-6D2D-9C24-7E05DE01AA21}" v="11" dt="2021-11-30T01:30:03.168"/>
    <p1510:client id="{E274CB7D-D5F6-CB88-97F7-1F9BAF23F222}" v="10" dt="2021-11-30T01:31:45.183"/>
    <p1510:client id="{E997C4D9-1869-CBC7-0693-58570764A1CA}" v="16" dt="2022-08-15T19:44:12.365"/>
    <p1510:client id="{F9CA789C-FA2B-ABC1-4746-E0D93CC19689}" v="1" dt="2022-01-26T14:38:05.24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84" autoAdjust="0"/>
  </p:normalViewPr>
  <p:slideViewPr>
    <p:cSldViewPr>
      <p:cViewPr varScale="1">
        <p:scale>
          <a:sx n="48" d="100"/>
          <a:sy n="48" d="100"/>
        </p:scale>
        <p:origin x="821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font" Target="fonts/font5.fntdata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7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4.fntdata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Miguel Leal da Silva" userId="S::lucas.msilva@sp.senai.br::5c40faec-5f1f-47e9-a958-68edb761d629" providerId="AD" clId="Web-{E26C3A5A-D7F9-6D2D-9C24-7E05DE01AA21}"/>
    <pc:docChg chg="modSld">
      <pc:chgData name="Lucas Miguel Leal da Silva" userId="S::lucas.msilva@sp.senai.br::5c40faec-5f1f-47e9-a958-68edb761d629" providerId="AD" clId="Web-{E26C3A5A-D7F9-6D2D-9C24-7E05DE01AA21}" dt="2021-11-30T01:30:03.168" v="10" actId="1076"/>
      <pc:docMkLst>
        <pc:docMk/>
      </pc:docMkLst>
      <pc:sldChg chg="modSp">
        <pc:chgData name="Lucas Miguel Leal da Silva" userId="S::lucas.msilva@sp.senai.br::5c40faec-5f1f-47e9-a958-68edb761d629" providerId="AD" clId="Web-{E26C3A5A-D7F9-6D2D-9C24-7E05DE01AA21}" dt="2021-11-30T01:25:45.023" v="3" actId="1076"/>
        <pc:sldMkLst>
          <pc:docMk/>
          <pc:sldMk cId="0" sldId="256"/>
        </pc:sldMkLst>
        <pc:spChg chg="mod">
          <ac:chgData name="Lucas Miguel Leal da Silva" userId="S::lucas.msilva@sp.senai.br::5c40faec-5f1f-47e9-a958-68edb761d629" providerId="AD" clId="Web-{E26C3A5A-D7F9-6D2D-9C24-7E05DE01AA21}" dt="2021-11-30T01:25:45.023" v="3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Lucas Miguel Leal da Silva" userId="S::lucas.msilva@sp.senai.br::5c40faec-5f1f-47e9-a958-68edb761d629" providerId="AD" clId="Web-{E26C3A5A-D7F9-6D2D-9C24-7E05DE01AA21}" dt="2021-11-30T01:10:29.601" v="1" actId="1076"/>
          <ac:spMkLst>
            <pc:docMk/>
            <pc:sldMk cId="0" sldId="256"/>
            <ac:spMk id="5" creationId="{00000000-0000-0000-0000-000000000000}"/>
          </ac:spMkLst>
        </pc:spChg>
      </pc:sldChg>
      <pc:sldChg chg="modSp">
        <pc:chgData name="Lucas Miguel Leal da Silva" userId="S::lucas.msilva@sp.senai.br::5c40faec-5f1f-47e9-a958-68edb761d629" providerId="AD" clId="Web-{E26C3A5A-D7F9-6D2D-9C24-7E05DE01AA21}" dt="2021-11-30T01:29:48.168" v="5" actId="1076"/>
        <pc:sldMkLst>
          <pc:docMk/>
          <pc:sldMk cId="0" sldId="257"/>
        </pc:sldMkLst>
        <pc:spChg chg="mod">
          <ac:chgData name="Lucas Miguel Leal da Silva" userId="S::lucas.msilva@sp.senai.br::5c40faec-5f1f-47e9-a958-68edb761d629" providerId="AD" clId="Web-{E26C3A5A-D7F9-6D2D-9C24-7E05DE01AA21}" dt="2021-11-30T01:29:48.168" v="5" actId="1076"/>
          <ac:spMkLst>
            <pc:docMk/>
            <pc:sldMk cId="0" sldId="257"/>
            <ac:spMk id="71" creationId="{00000000-0000-0000-0000-000000000000}"/>
          </ac:spMkLst>
        </pc:spChg>
        <pc:grpChg chg="mod">
          <ac:chgData name="Lucas Miguel Leal da Silva" userId="S::lucas.msilva@sp.senai.br::5c40faec-5f1f-47e9-a958-68edb761d629" providerId="AD" clId="Web-{E26C3A5A-D7F9-6D2D-9C24-7E05DE01AA21}" dt="2021-11-30T01:26:18.805" v="4" actId="1076"/>
          <ac:grpSpMkLst>
            <pc:docMk/>
            <pc:sldMk cId="0" sldId="257"/>
            <ac:grpSpMk id="4" creationId="{00000000-0000-0000-0000-000000000000}"/>
          </ac:grpSpMkLst>
        </pc:grpChg>
      </pc:sldChg>
      <pc:sldChg chg="modSp">
        <pc:chgData name="Lucas Miguel Leal da Silva" userId="S::lucas.msilva@sp.senai.br::5c40faec-5f1f-47e9-a958-68edb761d629" providerId="AD" clId="Web-{E26C3A5A-D7F9-6D2D-9C24-7E05DE01AA21}" dt="2021-11-30T01:30:03.168" v="10" actId="1076"/>
        <pc:sldMkLst>
          <pc:docMk/>
          <pc:sldMk cId="0" sldId="258"/>
        </pc:sldMkLst>
        <pc:spChg chg="mod">
          <ac:chgData name="Lucas Miguel Leal da Silva" userId="S::lucas.msilva@sp.senai.br::5c40faec-5f1f-47e9-a958-68edb761d629" providerId="AD" clId="Web-{E26C3A5A-D7F9-6D2D-9C24-7E05DE01AA21}" dt="2021-11-30T01:30:03.168" v="10" actId="1076"/>
          <ac:spMkLst>
            <pc:docMk/>
            <pc:sldMk cId="0" sldId="258"/>
            <ac:spMk id="68" creationId="{00000000-0000-0000-0000-000000000000}"/>
          </ac:spMkLst>
        </pc:spChg>
        <pc:grpChg chg="mod">
          <ac:chgData name="Lucas Miguel Leal da Silva" userId="S::lucas.msilva@sp.senai.br::5c40faec-5f1f-47e9-a958-68edb761d629" providerId="AD" clId="Web-{E26C3A5A-D7F9-6D2D-9C24-7E05DE01AA21}" dt="2021-11-30T01:29:51.324" v="6" actId="1076"/>
          <ac:grpSpMkLst>
            <pc:docMk/>
            <pc:sldMk cId="0" sldId="258"/>
            <ac:grpSpMk id="66" creationId="{00000000-0000-0000-0000-000000000000}"/>
          </ac:grpSpMkLst>
        </pc:grpChg>
      </pc:sldChg>
    </pc:docChg>
  </pc:docChgLst>
  <pc:docChgLst>
    <pc:chgData name="Lucas Miguel Leal da Silva" userId="S::lucas.msilva@sp.senai.br::5c40faec-5f1f-47e9-a958-68edb761d629" providerId="AD" clId="Web-{E274CB7D-D5F6-CB88-97F7-1F9BAF23F222}"/>
    <pc:docChg chg="modSld">
      <pc:chgData name="Lucas Miguel Leal da Silva" userId="S::lucas.msilva@sp.senai.br::5c40faec-5f1f-47e9-a958-68edb761d629" providerId="AD" clId="Web-{E274CB7D-D5F6-CB88-97F7-1F9BAF23F222}" dt="2021-11-30T01:31:45.183" v="9"/>
      <pc:docMkLst>
        <pc:docMk/>
      </pc:docMkLst>
      <pc:sldChg chg="addSp delSp modSp">
        <pc:chgData name="Lucas Miguel Leal da Silva" userId="S::lucas.msilva@sp.senai.br::5c40faec-5f1f-47e9-a958-68edb761d629" providerId="AD" clId="Web-{E274CB7D-D5F6-CB88-97F7-1F9BAF23F222}" dt="2021-11-30T01:31:45.183" v="9"/>
        <pc:sldMkLst>
          <pc:docMk/>
          <pc:sldMk cId="0" sldId="257"/>
        </pc:sldMkLst>
        <pc:spChg chg="del mod">
          <ac:chgData name="Lucas Miguel Leal da Silva" userId="S::lucas.msilva@sp.senai.br::5c40faec-5f1f-47e9-a958-68edb761d629" providerId="AD" clId="Web-{E274CB7D-D5F6-CB88-97F7-1F9BAF23F222}" dt="2021-11-30T01:31:37.698" v="7"/>
          <ac:spMkLst>
            <pc:docMk/>
            <pc:sldMk cId="0" sldId="257"/>
            <ac:spMk id="71" creationId="{00000000-0000-0000-0000-000000000000}"/>
          </ac:spMkLst>
        </pc:spChg>
        <pc:spChg chg="add mod">
          <ac:chgData name="Lucas Miguel Leal da Silva" userId="S::lucas.msilva@sp.senai.br::5c40faec-5f1f-47e9-a958-68edb761d629" providerId="AD" clId="Web-{E274CB7D-D5F6-CB88-97F7-1F9BAF23F222}" dt="2021-11-30T01:31:42.995" v="8"/>
          <ac:spMkLst>
            <pc:docMk/>
            <pc:sldMk cId="0" sldId="257"/>
            <ac:spMk id="77" creationId="{1A8410D5-09A9-4E9A-8324-AE05DD12526F}"/>
          </ac:spMkLst>
        </pc:spChg>
        <pc:spChg chg="add del mod">
          <ac:chgData name="Lucas Miguel Leal da Silva" userId="S::lucas.msilva@sp.senai.br::5c40faec-5f1f-47e9-a958-68edb761d629" providerId="AD" clId="Web-{E274CB7D-D5F6-CB88-97F7-1F9BAF23F222}" dt="2021-11-30T01:31:45.183" v="9"/>
          <ac:spMkLst>
            <pc:docMk/>
            <pc:sldMk cId="0" sldId="257"/>
            <ac:spMk id="79" creationId="{F8D9D440-CCAE-4CA4-875F-AD08D54F116D}"/>
          </ac:spMkLst>
        </pc:spChg>
        <pc:grpChg chg="del mod">
          <ac:chgData name="Lucas Miguel Leal da Silva" userId="S::lucas.msilva@sp.senai.br::5c40faec-5f1f-47e9-a958-68edb761d629" providerId="AD" clId="Web-{E274CB7D-D5F6-CB88-97F7-1F9BAF23F222}" dt="2021-11-30T01:31:06.979" v="2"/>
          <ac:grpSpMkLst>
            <pc:docMk/>
            <pc:sldMk cId="0" sldId="257"/>
            <ac:grpSpMk id="4" creationId="{00000000-0000-0000-0000-000000000000}"/>
          </ac:grpSpMkLst>
        </pc:grpChg>
        <pc:grpChg chg="add">
          <ac:chgData name="Lucas Miguel Leal da Silva" userId="S::lucas.msilva@sp.senai.br::5c40faec-5f1f-47e9-a958-68edb761d629" providerId="AD" clId="Web-{E274CB7D-D5F6-CB88-97F7-1F9BAF23F222}" dt="2021-11-30T01:31:20.510" v="5"/>
          <ac:grpSpMkLst>
            <pc:docMk/>
            <pc:sldMk cId="0" sldId="257"/>
            <ac:grpSpMk id="75" creationId="{0BCB4BF7-1C02-4670-98EB-A548B299ADD0}"/>
          </ac:grpSpMkLst>
        </pc:grpChg>
      </pc:sldChg>
      <pc:sldChg chg="addSp delSp">
        <pc:chgData name="Lucas Miguel Leal da Silva" userId="S::lucas.msilva@sp.senai.br::5c40faec-5f1f-47e9-a958-68edb761d629" providerId="AD" clId="Web-{E274CB7D-D5F6-CB88-97F7-1F9BAF23F222}" dt="2021-11-30T01:31:18.042" v="4"/>
        <pc:sldMkLst>
          <pc:docMk/>
          <pc:sldMk cId="0" sldId="258"/>
        </pc:sldMkLst>
        <pc:grpChg chg="del">
          <ac:chgData name="Lucas Miguel Leal da Silva" userId="S::lucas.msilva@sp.senai.br::5c40faec-5f1f-47e9-a958-68edb761d629" providerId="AD" clId="Web-{E274CB7D-D5F6-CB88-97F7-1F9BAF23F222}" dt="2021-11-30T01:31:18.042" v="4"/>
          <ac:grpSpMkLst>
            <pc:docMk/>
            <pc:sldMk cId="0" sldId="258"/>
            <ac:grpSpMk id="66" creationId="{00000000-0000-0000-0000-000000000000}"/>
          </ac:grpSpMkLst>
        </pc:grpChg>
        <pc:grpChg chg="add">
          <ac:chgData name="Lucas Miguel Leal da Silva" userId="S::lucas.msilva@sp.senai.br::5c40faec-5f1f-47e9-a958-68edb761d629" providerId="AD" clId="Web-{E274CB7D-D5F6-CB88-97F7-1F9BAF23F222}" dt="2021-11-30T01:31:14.854" v="3"/>
          <ac:grpSpMkLst>
            <pc:docMk/>
            <pc:sldMk cId="0" sldId="258"/>
            <ac:grpSpMk id="75" creationId="{28DCA77A-25D6-4AC8-926C-CA966CB46EF3}"/>
          </ac:grpSpMkLst>
        </pc:grpChg>
      </pc:sldChg>
    </pc:docChg>
  </pc:docChgLst>
  <pc:docChgLst>
    <pc:chgData name="Aruana Marcondes" userId="S::aruana.marcondes@sp.senai.br::3b5ba883-9796-4925-87dd-7395c5a849ef" providerId="AD" clId="Web-{F9CA789C-FA2B-ABC1-4746-E0D93CC19689}"/>
    <pc:docChg chg="modSld">
      <pc:chgData name="Aruana Marcondes" userId="S::aruana.marcondes@sp.senai.br::3b5ba883-9796-4925-87dd-7395c5a849ef" providerId="AD" clId="Web-{F9CA789C-FA2B-ABC1-4746-E0D93CC19689}" dt="2022-01-26T14:38:05.244" v="0"/>
      <pc:docMkLst>
        <pc:docMk/>
      </pc:docMkLst>
      <pc:sldChg chg="delSp">
        <pc:chgData name="Aruana Marcondes" userId="S::aruana.marcondes@sp.senai.br::3b5ba883-9796-4925-87dd-7395c5a849ef" providerId="AD" clId="Web-{F9CA789C-FA2B-ABC1-4746-E0D93CC19689}" dt="2022-01-26T14:38:05.244" v="0"/>
        <pc:sldMkLst>
          <pc:docMk/>
          <pc:sldMk cId="0" sldId="258"/>
        </pc:sldMkLst>
        <pc:picChg chg="del">
          <ac:chgData name="Aruana Marcondes" userId="S::aruana.marcondes@sp.senai.br::3b5ba883-9796-4925-87dd-7395c5a849ef" providerId="AD" clId="Web-{F9CA789C-FA2B-ABC1-4746-E0D93CC19689}" dt="2022-01-26T14:38:05.244" v="0"/>
          <ac:picMkLst>
            <pc:docMk/>
            <pc:sldMk cId="0" sldId="258"/>
            <ac:picMk id="66" creationId="{06106D5E-0E16-4805-AB25-BF77A3F07626}"/>
          </ac:picMkLst>
        </pc:picChg>
      </pc:sldChg>
    </pc:docChg>
  </pc:docChgLst>
  <pc:docChgLst>
    <pc:chgData name="Aruana Marcondes" userId="S::aruana.marcondes@sp.senai.br::3b5ba883-9796-4925-87dd-7395c5a849ef" providerId="AD" clId="Web-{280E3ABB-C11A-BBD9-2802-532C104E159E}"/>
    <pc:docChg chg="modSld">
      <pc:chgData name="Aruana Marcondes" userId="S::aruana.marcondes@sp.senai.br::3b5ba883-9796-4925-87dd-7395c5a849ef" providerId="AD" clId="Web-{280E3ABB-C11A-BBD9-2802-532C104E159E}" dt="2022-01-25T14:55:06.476" v="0"/>
      <pc:docMkLst>
        <pc:docMk/>
      </pc:docMkLst>
      <pc:sldChg chg="addSp modSp">
        <pc:chgData name="Aruana Marcondes" userId="S::aruana.marcondes@sp.senai.br::3b5ba883-9796-4925-87dd-7395c5a849ef" providerId="AD" clId="Web-{280E3ABB-C11A-BBD9-2802-532C104E159E}" dt="2022-01-25T14:55:06.476" v="0"/>
        <pc:sldMkLst>
          <pc:docMk/>
          <pc:sldMk cId="0" sldId="258"/>
        </pc:sldMkLst>
        <pc:picChg chg="add mod">
          <ac:chgData name="Aruana Marcondes" userId="S::aruana.marcondes@sp.senai.br::3b5ba883-9796-4925-87dd-7395c5a849ef" providerId="AD" clId="Web-{280E3ABB-C11A-BBD9-2802-532C104E159E}" dt="2022-01-25T14:55:06.476" v="0"/>
          <ac:picMkLst>
            <pc:docMk/>
            <pc:sldMk cId="0" sldId="258"/>
            <ac:picMk id="66" creationId="{06106D5E-0E16-4805-AB25-BF77A3F07626}"/>
          </ac:picMkLst>
        </pc:picChg>
      </pc:sldChg>
    </pc:docChg>
  </pc:docChgLst>
  <pc:docChgLst>
    <pc:chgData name="Adelia Bianca Magi de Moura" userId="S::adelia.moura@sp.senai.br::1d064294-64c6-4623-8dcc-126153f5c19e" providerId="AD" clId="Web-{E997C4D9-1869-CBC7-0693-58570764A1CA}"/>
    <pc:docChg chg="modSld">
      <pc:chgData name="Adelia Bianca Magi de Moura" userId="S::adelia.moura@sp.senai.br::1d064294-64c6-4623-8dcc-126153f5c19e" providerId="AD" clId="Web-{E997C4D9-1869-CBC7-0693-58570764A1CA}" dt="2022-08-15T19:44:12.365" v="15" actId="1076"/>
      <pc:docMkLst>
        <pc:docMk/>
      </pc:docMkLst>
      <pc:sldChg chg="addSp delSp modSp">
        <pc:chgData name="Adelia Bianca Magi de Moura" userId="S::adelia.moura@sp.senai.br::1d064294-64c6-4623-8dcc-126153f5c19e" providerId="AD" clId="Web-{E997C4D9-1869-CBC7-0693-58570764A1CA}" dt="2022-08-15T19:44:12.365" v="15" actId="1076"/>
        <pc:sldMkLst>
          <pc:docMk/>
          <pc:sldMk cId="0" sldId="277"/>
        </pc:sldMkLst>
        <pc:spChg chg="add del">
          <ac:chgData name="Adelia Bianca Magi de Moura" userId="S::adelia.moura@sp.senai.br::1d064294-64c6-4623-8dcc-126153f5c19e" providerId="AD" clId="Web-{E997C4D9-1869-CBC7-0693-58570764A1CA}" dt="2022-08-15T19:44:00.364" v="11"/>
          <ac:spMkLst>
            <pc:docMk/>
            <pc:sldMk cId="0" sldId="277"/>
            <ac:spMk id="4" creationId="{00000000-0000-0000-0000-000000000000}"/>
          </ac:spMkLst>
        </pc:spChg>
        <pc:spChg chg="mod">
          <ac:chgData name="Adelia Bianca Magi de Moura" userId="S::adelia.moura@sp.senai.br::1d064294-64c6-4623-8dcc-126153f5c19e" providerId="AD" clId="Web-{E997C4D9-1869-CBC7-0693-58570764A1CA}" dt="2022-08-15T19:44:12.365" v="15" actId="1076"/>
          <ac:spMkLst>
            <pc:docMk/>
            <pc:sldMk cId="0" sldId="277"/>
            <ac:spMk id="5" creationId="{00000000-0000-0000-0000-000000000000}"/>
          </ac:spMkLst>
        </pc:spChg>
        <pc:grpChg chg="mod">
          <ac:chgData name="Adelia Bianca Magi de Moura" userId="S::adelia.moura@sp.senai.br::1d064294-64c6-4623-8dcc-126153f5c19e" providerId="AD" clId="Web-{E997C4D9-1869-CBC7-0693-58570764A1CA}" dt="2022-08-15T19:44:06.521" v="13" actId="1076"/>
          <ac:grpSpMkLst>
            <pc:docMk/>
            <pc:sldMk cId="0" sldId="277"/>
            <ac:grpSpMk id="2" creationId="{00000000-0000-0000-0000-000000000000}"/>
          </ac:grpSpMkLst>
        </pc:grpChg>
        <pc:grpChg chg="mod">
          <ac:chgData name="Adelia Bianca Magi de Moura" userId="S::adelia.moura@sp.senai.br::1d064294-64c6-4623-8dcc-126153f5c19e" providerId="AD" clId="Web-{E997C4D9-1869-CBC7-0693-58570764A1CA}" dt="2022-08-15T19:43:38.489" v="10" actId="1076"/>
          <ac:grpSpMkLst>
            <pc:docMk/>
            <pc:sldMk cId="0" sldId="277"/>
            <ac:grpSpMk id="8" creationId="{00000000-0000-0000-0000-000000000000}"/>
          </ac:grpSpMkLst>
        </pc:grpChg>
      </pc:sldChg>
    </pc:docChg>
  </pc:docChgLst>
  <pc:docChgLst>
    <pc:chgData name="Luciana Seguin E Seguin" userId="S::luciana.seguin@sp.senai.br::c06bbc8a-9dca-427a-8349-4d2edc3ff980" providerId="AD" clId="Web-{67B79760-9B19-EA06-B321-81BE3DC8DF22}"/>
    <pc:docChg chg="modSld">
      <pc:chgData name="Luciana Seguin E Seguin" userId="S::luciana.seguin@sp.senai.br::c06bbc8a-9dca-427a-8349-4d2edc3ff980" providerId="AD" clId="Web-{67B79760-9B19-EA06-B321-81BE3DC8DF22}" dt="2022-01-28T13:28:15.146" v="5" actId="20577"/>
      <pc:docMkLst>
        <pc:docMk/>
      </pc:docMkLst>
      <pc:sldChg chg="modSp">
        <pc:chgData name="Luciana Seguin E Seguin" userId="S::luciana.seguin@sp.senai.br::c06bbc8a-9dca-427a-8349-4d2edc3ff980" providerId="AD" clId="Web-{67B79760-9B19-EA06-B321-81BE3DC8DF22}" dt="2022-01-28T13:27:58.270" v="2" actId="20577"/>
        <pc:sldMkLst>
          <pc:docMk/>
          <pc:sldMk cId="0" sldId="261"/>
        </pc:sldMkLst>
        <pc:spChg chg="mod">
          <ac:chgData name="Luciana Seguin E Seguin" userId="S::luciana.seguin@sp.senai.br::c06bbc8a-9dca-427a-8349-4d2edc3ff980" providerId="AD" clId="Web-{67B79760-9B19-EA06-B321-81BE3DC8DF22}" dt="2022-01-28T13:27:58.270" v="2" actId="20577"/>
          <ac:spMkLst>
            <pc:docMk/>
            <pc:sldMk cId="0" sldId="261"/>
            <ac:spMk id="15" creationId="{00000000-0000-0000-0000-000000000000}"/>
          </ac:spMkLst>
        </pc:spChg>
      </pc:sldChg>
      <pc:sldChg chg="modSp">
        <pc:chgData name="Luciana Seguin E Seguin" userId="S::luciana.seguin@sp.senai.br::c06bbc8a-9dca-427a-8349-4d2edc3ff980" providerId="AD" clId="Web-{67B79760-9B19-EA06-B321-81BE3DC8DF22}" dt="2022-01-28T13:28:15.146" v="5" actId="20577"/>
        <pc:sldMkLst>
          <pc:docMk/>
          <pc:sldMk cId="0" sldId="270"/>
        </pc:sldMkLst>
        <pc:spChg chg="mod">
          <ac:chgData name="Luciana Seguin E Seguin" userId="S::luciana.seguin@sp.senai.br::c06bbc8a-9dca-427a-8349-4d2edc3ff980" providerId="AD" clId="Web-{67B79760-9B19-EA06-B321-81BE3DC8DF22}" dt="2022-01-28T13:28:15.146" v="5" actId="20577"/>
          <ac:spMkLst>
            <pc:docMk/>
            <pc:sldMk cId="0" sldId="270"/>
            <ac:spMk id="7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7EBC2C-FA2D-49EB-AC1E-429AE0B425CB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1E6F4-5752-44CA-AF0A-7B1F825AC3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7720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8A719-33CF-5764-7D51-168D4A4AC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2AB8061-9BF6-F250-AA59-10DDE9B983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AAD5C4F-05B1-D593-7F27-E9396C504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FDB0F51-3B99-B93D-67E3-084904EAF6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1E6F4-5752-44CA-AF0A-7B1F825AC3E1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3111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57F26-598A-F630-53BD-5C3BDFAD7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5AD0BF9-12C1-5816-EDAD-133799A02E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72BD56E-9704-356B-232A-5D8618208B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B7FAE7D-7C5B-B39F-5B9C-66C9451207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1E6F4-5752-44CA-AF0A-7B1F825AC3E1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06844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B9E28-C170-50C0-50FD-601565A78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204DE45-3617-61D2-EB34-7F9A37ABC1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98DF021-5C3E-F5F5-4FD6-8BC38BCA2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3116FED-32BD-7C37-40EE-7A9595F284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1E6F4-5752-44CA-AF0A-7B1F825AC3E1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42682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C08C0-0F03-61A2-ACE7-145EE24B3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BAC9190-182E-C9E5-9668-D403F5138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FE9D470-8048-5969-0CFD-A80D21456A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7624ECC-C8C7-1124-B767-BAF1E39349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1E6F4-5752-44CA-AF0A-7B1F825AC3E1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09647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D6F10-1653-7872-8465-EBDF502DD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7991A04-165E-FE98-66A2-B0BC37DDD7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188D512-5A52-E148-07E2-A495B2C755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0B2F591-0B47-2067-9D99-26C894DD5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1E6F4-5752-44CA-AF0A-7B1F825AC3E1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61208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4C5E2-D068-343E-4C6F-7A3D758FB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2D96EE8-CB22-AF9A-A1EF-2811A9E2C3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745A71F-A699-AB18-2C85-2A3CA99E9D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A12E434-A48F-C6AC-1331-2CBC194603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1E6F4-5752-44CA-AF0A-7B1F825AC3E1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5767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1A744-26EF-A9D3-E6CD-9FF374849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6650857-9E53-AAA9-7048-104312F63E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4942C65-11F7-5616-05A7-08681AD7F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1AE9A61-77BE-9A33-9168-42D8F36F27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1E6F4-5752-44CA-AF0A-7B1F825AC3E1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35763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81B32-507E-3DD1-88EC-D62A1D329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A3B17E3-AF88-8E5A-1E0C-FE6C9E53C9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350A8F6-9160-2A87-C8F9-BF58D41C32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9D6288C-2F99-3546-4A0C-DDF62F6FF2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1E6F4-5752-44CA-AF0A-7B1F825AC3E1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1054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68180-12E7-A135-E9EF-30579C0FE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ED3A390-CD4A-CE7C-27AE-1E505C7FA1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01178D6-8E77-3BCC-C0FB-A1879FB5D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ECB8258-4831-782C-F0D8-F1F0AF0DFE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1E6F4-5752-44CA-AF0A-7B1F825AC3E1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37327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F4BFB-5B92-5CDA-6BC3-83BA0B114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74D3087-BFA1-2D38-C781-23D785EDD9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C163187-D181-307C-00B0-DB8146B41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5341328-D6ED-5935-8C09-336C2E843F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1E6F4-5752-44CA-AF0A-7B1F825AC3E1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55184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C9C8B-99B5-C173-18FB-B7F69B382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5B3C022-48D3-3800-6E75-C2A4C058F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32DD911-8C55-F48C-4573-12F56AFBD9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E2A953A-74C4-FC8E-38F5-8E3D187E29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1E6F4-5752-44CA-AF0A-7B1F825AC3E1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47480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C0E60-F6FD-3274-567C-CB8AA2241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77841E9-5381-3D83-8375-C98DE8201F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DC9FF22-8D6B-85AE-2B3E-9BC6963710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3970EB2-E4E0-B9CF-CFA4-A877AF2F43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1E6F4-5752-44CA-AF0A-7B1F825AC3E1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95823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DE07A-B127-119D-D8AE-9E90118B7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B68E61B-B360-1A8F-998F-961839FAC4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4F78D91-3B1B-0C55-D1E3-45D43EA874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24FF49A-DB77-4AB0-D2C5-1F900303AD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1E6F4-5752-44CA-AF0A-7B1F825AC3E1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79794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69BD4-C5A2-2C17-F79C-6B93D6F76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AE311B9-18C7-E335-B881-A0EB4FBEAA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52C76CA-FC5C-4EA3-0F9F-811422AF8B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4EBFFFB-EFBC-448F-386E-893DECA0A2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1E6F4-5752-44CA-AF0A-7B1F825AC3E1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99071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73364-950A-8F57-22F5-3257DC8BC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A63A2BD-D4CF-DA52-C047-E428753227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83B1432-7A69-3B93-DB7A-417C585E6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E0ECD42-C818-3302-EB67-3C9A58EAA9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1E6F4-5752-44CA-AF0A-7B1F825AC3E1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0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052050" y="0"/>
            <a:ext cx="10052050" cy="11151870"/>
          </a:xfrm>
          <a:custGeom>
            <a:avLst/>
            <a:gdLst/>
            <a:ahLst/>
            <a:cxnLst/>
            <a:rect l="l" t="t" r="r" b="b"/>
            <a:pathLst>
              <a:path w="10052050" h="11151870">
                <a:moveTo>
                  <a:pt x="0" y="11151492"/>
                </a:moveTo>
                <a:lnTo>
                  <a:pt x="10052039" y="11151492"/>
                </a:lnTo>
                <a:lnTo>
                  <a:pt x="1005203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47151" y="9319087"/>
            <a:ext cx="3693160" cy="942975"/>
          </a:xfrm>
          <a:custGeom>
            <a:avLst/>
            <a:gdLst/>
            <a:ahLst/>
            <a:cxnLst/>
            <a:rect l="l" t="t" r="r" b="b"/>
            <a:pathLst>
              <a:path w="3693160" h="942975">
                <a:moveTo>
                  <a:pt x="3692945" y="0"/>
                </a:moveTo>
                <a:lnTo>
                  <a:pt x="0" y="0"/>
                </a:lnTo>
                <a:lnTo>
                  <a:pt x="0" y="942379"/>
                </a:lnTo>
                <a:lnTo>
                  <a:pt x="3692945" y="942379"/>
                </a:lnTo>
                <a:lnTo>
                  <a:pt x="3692945" y="0"/>
                </a:lnTo>
                <a:close/>
              </a:path>
            </a:pathLst>
          </a:custGeom>
          <a:solidFill>
            <a:srgbClr val="E210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47076" y="9439611"/>
            <a:ext cx="3693160" cy="700405"/>
          </a:xfrm>
          <a:custGeom>
            <a:avLst/>
            <a:gdLst/>
            <a:ahLst/>
            <a:cxnLst/>
            <a:rect l="l" t="t" r="r" b="b"/>
            <a:pathLst>
              <a:path w="3693160" h="700404">
                <a:moveTo>
                  <a:pt x="198361" y="660984"/>
                </a:moveTo>
                <a:lnTo>
                  <a:pt x="0" y="660984"/>
                </a:lnTo>
                <a:lnTo>
                  <a:pt x="0" y="685812"/>
                </a:lnTo>
                <a:lnTo>
                  <a:pt x="198361" y="685812"/>
                </a:lnTo>
                <a:lnTo>
                  <a:pt x="198361" y="660984"/>
                </a:lnTo>
                <a:close/>
              </a:path>
              <a:path w="3693160" h="700404">
                <a:moveTo>
                  <a:pt x="198361" y="502246"/>
                </a:moveTo>
                <a:lnTo>
                  <a:pt x="0" y="502246"/>
                </a:lnTo>
                <a:lnTo>
                  <a:pt x="0" y="527050"/>
                </a:lnTo>
                <a:lnTo>
                  <a:pt x="198361" y="527050"/>
                </a:lnTo>
                <a:lnTo>
                  <a:pt x="198361" y="502246"/>
                </a:lnTo>
                <a:close/>
              </a:path>
              <a:path w="3693160" h="700404">
                <a:moveTo>
                  <a:pt x="198361" y="337553"/>
                </a:moveTo>
                <a:lnTo>
                  <a:pt x="0" y="337553"/>
                </a:lnTo>
                <a:lnTo>
                  <a:pt x="0" y="362356"/>
                </a:lnTo>
                <a:lnTo>
                  <a:pt x="198361" y="362356"/>
                </a:lnTo>
                <a:lnTo>
                  <a:pt x="198361" y="337553"/>
                </a:lnTo>
                <a:close/>
              </a:path>
              <a:path w="3693160" h="700404">
                <a:moveTo>
                  <a:pt x="198361" y="175056"/>
                </a:moveTo>
                <a:lnTo>
                  <a:pt x="0" y="175056"/>
                </a:lnTo>
                <a:lnTo>
                  <a:pt x="0" y="199898"/>
                </a:lnTo>
                <a:lnTo>
                  <a:pt x="198361" y="199898"/>
                </a:lnTo>
                <a:lnTo>
                  <a:pt x="198361" y="175056"/>
                </a:lnTo>
                <a:close/>
              </a:path>
              <a:path w="3693160" h="700404">
                <a:moveTo>
                  <a:pt x="198361" y="16802"/>
                </a:moveTo>
                <a:lnTo>
                  <a:pt x="0" y="16802"/>
                </a:lnTo>
                <a:lnTo>
                  <a:pt x="0" y="41592"/>
                </a:lnTo>
                <a:lnTo>
                  <a:pt x="198361" y="41592"/>
                </a:lnTo>
                <a:lnTo>
                  <a:pt x="198361" y="16802"/>
                </a:lnTo>
                <a:close/>
              </a:path>
              <a:path w="3693160" h="700404">
                <a:moveTo>
                  <a:pt x="908532" y="161366"/>
                </a:moveTo>
                <a:lnTo>
                  <a:pt x="905624" y="119291"/>
                </a:lnTo>
                <a:lnTo>
                  <a:pt x="870216" y="56515"/>
                </a:lnTo>
                <a:lnTo>
                  <a:pt x="804735" y="18783"/>
                </a:lnTo>
                <a:lnTo>
                  <a:pt x="764209" y="8001"/>
                </a:lnTo>
                <a:lnTo>
                  <a:pt x="720382" y="1917"/>
                </a:lnTo>
                <a:lnTo>
                  <a:pt x="674649" y="0"/>
                </a:lnTo>
                <a:lnTo>
                  <a:pt x="627659" y="1714"/>
                </a:lnTo>
                <a:lnTo>
                  <a:pt x="580986" y="7264"/>
                </a:lnTo>
                <a:lnTo>
                  <a:pt x="535622" y="17233"/>
                </a:lnTo>
                <a:lnTo>
                  <a:pt x="492493" y="32219"/>
                </a:lnTo>
                <a:lnTo>
                  <a:pt x="452564" y="52793"/>
                </a:lnTo>
                <a:lnTo>
                  <a:pt x="416788" y="79565"/>
                </a:lnTo>
                <a:lnTo>
                  <a:pt x="386118" y="113106"/>
                </a:lnTo>
                <a:lnTo>
                  <a:pt x="361518" y="154025"/>
                </a:lnTo>
                <a:lnTo>
                  <a:pt x="343941" y="202895"/>
                </a:lnTo>
                <a:lnTo>
                  <a:pt x="339204" y="254914"/>
                </a:lnTo>
                <a:lnTo>
                  <a:pt x="348361" y="300837"/>
                </a:lnTo>
                <a:lnTo>
                  <a:pt x="371944" y="338747"/>
                </a:lnTo>
                <a:lnTo>
                  <a:pt x="410476" y="366712"/>
                </a:lnTo>
                <a:lnTo>
                  <a:pt x="460273" y="387235"/>
                </a:lnTo>
                <a:lnTo>
                  <a:pt x="508939" y="402196"/>
                </a:lnTo>
                <a:lnTo>
                  <a:pt x="594944" y="424522"/>
                </a:lnTo>
                <a:lnTo>
                  <a:pt x="628256" y="436435"/>
                </a:lnTo>
                <a:lnTo>
                  <a:pt x="652462" y="451904"/>
                </a:lnTo>
                <a:lnTo>
                  <a:pt x="665543" y="473189"/>
                </a:lnTo>
                <a:lnTo>
                  <a:pt x="665505" y="502577"/>
                </a:lnTo>
                <a:lnTo>
                  <a:pt x="650049" y="531901"/>
                </a:lnTo>
                <a:lnTo>
                  <a:pt x="622071" y="552831"/>
                </a:lnTo>
                <a:lnTo>
                  <a:pt x="587806" y="565391"/>
                </a:lnTo>
                <a:lnTo>
                  <a:pt x="553504" y="569569"/>
                </a:lnTo>
                <a:lnTo>
                  <a:pt x="508876" y="563206"/>
                </a:lnTo>
                <a:lnTo>
                  <a:pt x="477113" y="544449"/>
                </a:lnTo>
                <a:lnTo>
                  <a:pt x="460578" y="513829"/>
                </a:lnTo>
                <a:lnTo>
                  <a:pt x="461683" y="471868"/>
                </a:lnTo>
                <a:lnTo>
                  <a:pt x="275539" y="471868"/>
                </a:lnTo>
                <a:lnTo>
                  <a:pt x="269443" y="527735"/>
                </a:lnTo>
                <a:lnTo>
                  <a:pt x="274370" y="574230"/>
                </a:lnTo>
                <a:lnTo>
                  <a:pt x="289229" y="612101"/>
                </a:lnTo>
                <a:lnTo>
                  <a:pt x="312877" y="642086"/>
                </a:lnTo>
                <a:lnTo>
                  <a:pt x="344220" y="664946"/>
                </a:lnTo>
                <a:lnTo>
                  <a:pt x="382117" y="681431"/>
                </a:lnTo>
                <a:lnTo>
                  <a:pt x="425475" y="692277"/>
                </a:lnTo>
                <a:lnTo>
                  <a:pt x="473151" y="698233"/>
                </a:lnTo>
                <a:lnTo>
                  <a:pt x="524052" y="700049"/>
                </a:lnTo>
                <a:lnTo>
                  <a:pt x="575627" y="697547"/>
                </a:lnTo>
                <a:lnTo>
                  <a:pt x="626084" y="690016"/>
                </a:lnTo>
                <a:lnTo>
                  <a:pt x="674420" y="677392"/>
                </a:lnTo>
                <a:lnTo>
                  <a:pt x="719620" y="659612"/>
                </a:lnTo>
                <a:lnTo>
                  <a:pt x="760679" y="636625"/>
                </a:lnTo>
                <a:lnTo>
                  <a:pt x="796582" y="608368"/>
                </a:lnTo>
                <a:lnTo>
                  <a:pt x="826350" y="574789"/>
                </a:lnTo>
                <a:lnTo>
                  <a:pt x="829373" y="569569"/>
                </a:lnTo>
                <a:lnTo>
                  <a:pt x="848956" y="535825"/>
                </a:lnTo>
                <a:lnTo>
                  <a:pt x="863409" y="491413"/>
                </a:lnTo>
                <a:lnTo>
                  <a:pt x="869188" y="436968"/>
                </a:lnTo>
                <a:lnTo>
                  <a:pt x="862253" y="393585"/>
                </a:lnTo>
                <a:lnTo>
                  <a:pt x="844715" y="359727"/>
                </a:lnTo>
                <a:lnTo>
                  <a:pt x="786193" y="314401"/>
                </a:lnTo>
                <a:lnTo>
                  <a:pt x="749401" y="299821"/>
                </a:lnTo>
                <a:lnTo>
                  <a:pt x="710374" y="288569"/>
                </a:lnTo>
                <a:lnTo>
                  <a:pt x="634009" y="269887"/>
                </a:lnTo>
                <a:lnTo>
                  <a:pt x="598487" y="259118"/>
                </a:lnTo>
                <a:lnTo>
                  <a:pt x="566508" y="244424"/>
                </a:lnTo>
                <a:lnTo>
                  <a:pt x="545211" y="222923"/>
                </a:lnTo>
                <a:lnTo>
                  <a:pt x="541718" y="191719"/>
                </a:lnTo>
                <a:lnTo>
                  <a:pt x="553250" y="167982"/>
                </a:lnTo>
                <a:lnTo>
                  <a:pt x="574865" y="148437"/>
                </a:lnTo>
                <a:lnTo>
                  <a:pt x="603186" y="135178"/>
                </a:lnTo>
                <a:lnTo>
                  <a:pt x="634784" y="130302"/>
                </a:lnTo>
                <a:lnTo>
                  <a:pt x="656831" y="131686"/>
                </a:lnTo>
                <a:lnTo>
                  <a:pt x="701929" y="151726"/>
                </a:lnTo>
                <a:lnTo>
                  <a:pt x="716407" y="192938"/>
                </a:lnTo>
                <a:lnTo>
                  <a:pt x="713600" y="211264"/>
                </a:lnTo>
                <a:lnTo>
                  <a:pt x="899718" y="211264"/>
                </a:lnTo>
                <a:lnTo>
                  <a:pt x="908532" y="161366"/>
                </a:lnTo>
                <a:close/>
              </a:path>
              <a:path w="3693160" h="700404">
                <a:moveTo>
                  <a:pt x="1580984" y="13944"/>
                </a:moveTo>
                <a:lnTo>
                  <a:pt x="1069111" y="13944"/>
                </a:lnTo>
                <a:lnTo>
                  <a:pt x="926261" y="685939"/>
                </a:lnTo>
                <a:lnTo>
                  <a:pt x="1438148" y="685939"/>
                </a:lnTo>
                <a:lnTo>
                  <a:pt x="1465910" y="555612"/>
                </a:lnTo>
                <a:lnTo>
                  <a:pt x="1140142" y="555612"/>
                </a:lnTo>
                <a:lnTo>
                  <a:pt x="1170393" y="413207"/>
                </a:lnTo>
                <a:lnTo>
                  <a:pt x="1470088" y="413207"/>
                </a:lnTo>
                <a:lnTo>
                  <a:pt x="1497685" y="282968"/>
                </a:lnTo>
                <a:lnTo>
                  <a:pt x="1198003" y="282968"/>
                </a:lnTo>
                <a:lnTo>
                  <a:pt x="1227467" y="144246"/>
                </a:lnTo>
                <a:lnTo>
                  <a:pt x="1553235" y="144246"/>
                </a:lnTo>
                <a:lnTo>
                  <a:pt x="1580984" y="13944"/>
                </a:lnTo>
                <a:close/>
              </a:path>
              <a:path w="3693160" h="700404">
                <a:moveTo>
                  <a:pt x="2341372" y="13944"/>
                </a:moveTo>
                <a:lnTo>
                  <a:pt x="2173846" y="13944"/>
                </a:lnTo>
                <a:lnTo>
                  <a:pt x="2067737" y="512787"/>
                </a:lnTo>
                <a:lnTo>
                  <a:pt x="2065578" y="514692"/>
                </a:lnTo>
                <a:lnTo>
                  <a:pt x="1984082" y="171284"/>
                </a:lnTo>
                <a:lnTo>
                  <a:pt x="1946744" y="13944"/>
                </a:lnTo>
                <a:lnTo>
                  <a:pt x="1686153" y="13944"/>
                </a:lnTo>
                <a:lnTo>
                  <a:pt x="1543291" y="685939"/>
                </a:lnTo>
                <a:lnTo>
                  <a:pt x="1710829" y="685939"/>
                </a:lnTo>
                <a:lnTo>
                  <a:pt x="1820202" y="171284"/>
                </a:lnTo>
                <a:lnTo>
                  <a:pt x="1822056" y="171284"/>
                </a:lnTo>
                <a:lnTo>
                  <a:pt x="1940699" y="685939"/>
                </a:lnTo>
                <a:lnTo>
                  <a:pt x="2198522" y="685939"/>
                </a:lnTo>
                <a:lnTo>
                  <a:pt x="2234920" y="514692"/>
                </a:lnTo>
                <a:lnTo>
                  <a:pt x="2341372" y="13944"/>
                </a:lnTo>
                <a:close/>
              </a:path>
              <a:path w="3693160" h="700404">
                <a:moveTo>
                  <a:pt x="3024975" y="685939"/>
                </a:moveTo>
                <a:lnTo>
                  <a:pt x="3001073" y="554697"/>
                </a:lnTo>
                <a:lnTo>
                  <a:pt x="2977350" y="424408"/>
                </a:lnTo>
                <a:lnTo>
                  <a:pt x="2926486" y="145161"/>
                </a:lnTo>
                <a:lnTo>
                  <a:pt x="2902585" y="13944"/>
                </a:lnTo>
                <a:lnTo>
                  <a:pt x="2779890" y="13944"/>
                </a:lnTo>
                <a:lnTo>
                  <a:pt x="2779890" y="424408"/>
                </a:lnTo>
                <a:lnTo>
                  <a:pt x="2600274" y="424408"/>
                </a:lnTo>
                <a:lnTo>
                  <a:pt x="2750870" y="145161"/>
                </a:lnTo>
                <a:lnTo>
                  <a:pt x="2753652" y="145161"/>
                </a:lnTo>
                <a:lnTo>
                  <a:pt x="2779890" y="424408"/>
                </a:lnTo>
                <a:lnTo>
                  <a:pt x="2779890" y="13944"/>
                </a:lnTo>
                <a:lnTo>
                  <a:pt x="2675496" y="13944"/>
                </a:lnTo>
                <a:lnTo>
                  <a:pt x="2267356" y="685939"/>
                </a:lnTo>
                <a:lnTo>
                  <a:pt x="2453525" y="685939"/>
                </a:lnTo>
                <a:lnTo>
                  <a:pt x="2525179" y="554697"/>
                </a:lnTo>
                <a:lnTo>
                  <a:pt x="2797886" y="554697"/>
                </a:lnTo>
                <a:lnTo>
                  <a:pt x="2814637" y="685939"/>
                </a:lnTo>
                <a:lnTo>
                  <a:pt x="3024975" y="685939"/>
                </a:lnTo>
                <a:close/>
              </a:path>
              <a:path w="3693160" h="700404">
                <a:moveTo>
                  <a:pt x="3424682" y="13944"/>
                </a:moveTo>
                <a:lnTo>
                  <a:pt x="3238550" y="13944"/>
                </a:lnTo>
                <a:lnTo>
                  <a:pt x="3095675" y="685939"/>
                </a:lnTo>
                <a:lnTo>
                  <a:pt x="3281845" y="685939"/>
                </a:lnTo>
                <a:lnTo>
                  <a:pt x="3424682" y="13944"/>
                </a:lnTo>
                <a:close/>
              </a:path>
              <a:path w="3693160" h="700404">
                <a:moveTo>
                  <a:pt x="3692931" y="660984"/>
                </a:moveTo>
                <a:lnTo>
                  <a:pt x="3494582" y="660984"/>
                </a:lnTo>
                <a:lnTo>
                  <a:pt x="3494582" y="685812"/>
                </a:lnTo>
                <a:lnTo>
                  <a:pt x="3692931" y="685812"/>
                </a:lnTo>
                <a:lnTo>
                  <a:pt x="3692931" y="660984"/>
                </a:lnTo>
                <a:close/>
              </a:path>
              <a:path w="3693160" h="700404">
                <a:moveTo>
                  <a:pt x="3692931" y="502246"/>
                </a:moveTo>
                <a:lnTo>
                  <a:pt x="3494582" y="502246"/>
                </a:lnTo>
                <a:lnTo>
                  <a:pt x="3494582" y="527050"/>
                </a:lnTo>
                <a:lnTo>
                  <a:pt x="3692931" y="527050"/>
                </a:lnTo>
                <a:lnTo>
                  <a:pt x="3692931" y="502246"/>
                </a:lnTo>
                <a:close/>
              </a:path>
              <a:path w="3693160" h="700404">
                <a:moveTo>
                  <a:pt x="3692931" y="337553"/>
                </a:moveTo>
                <a:lnTo>
                  <a:pt x="3494582" y="337553"/>
                </a:lnTo>
                <a:lnTo>
                  <a:pt x="3494582" y="362356"/>
                </a:lnTo>
                <a:lnTo>
                  <a:pt x="3692931" y="362356"/>
                </a:lnTo>
                <a:lnTo>
                  <a:pt x="3692931" y="337553"/>
                </a:lnTo>
                <a:close/>
              </a:path>
              <a:path w="3693160" h="700404">
                <a:moveTo>
                  <a:pt x="3692931" y="175056"/>
                </a:moveTo>
                <a:lnTo>
                  <a:pt x="3494582" y="175056"/>
                </a:lnTo>
                <a:lnTo>
                  <a:pt x="3494582" y="199898"/>
                </a:lnTo>
                <a:lnTo>
                  <a:pt x="3692931" y="199898"/>
                </a:lnTo>
                <a:lnTo>
                  <a:pt x="3692931" y="175056"/>
                </a:lnTo>
                <a:close/>
              </a:path>
              <a:path w="3693160" h="700404">
                <a:moveTo>
                  <a:pt x="3692931" y="16802"/>
                </a:moveTo>
                <a:lnTo>
                  <a:pt x="3494582" y="16802"/>
                </a:lnTo>
                <a:lnTo>
                  <a:pt x="3494582" y="41592"/>
                </a:lnTo>
                <a:lnTo>
                  <a:pt x="3692931" y="41592"/>
                </a:lnTo>
                <a:lnTo>
                  <a:pt x="3692931" y="1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1057130"/>
            <a:ext cx="3245974" cy="272241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4303094"/>
            <a:ext cx="3245974" cy="272243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7549068"/>
            <a:ext cx="3245974" cy="272243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45691" y="1020182"/>
            <a:ext cx="15812717" cy="3010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861" y="2375171"/>
            <a:ext cx="10305415" cy="522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agem 68" descr="Como criar banco de dados? Te mostramos aqui!">
            <a:extLst>
              <a:ext uri="{FF2B5EF4-FFF2-40B4-BE49-F238E27FC236}">
                <a16:creationId xmlns:a16="http://schemas.microsoft.com/office/drawing/2014/main" id="{FDA02ED4-622B-846D-4D02-E149E336704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l="16158" r="10862"/>
          <a:stretch>
            <a:fillRect/>
          </a:stretch>
        </p:blipFill>
        <p:spPr>
          <a:xfrm>
            <a:off x="-18382" y="12763"/>
            <a:ext cx="13023850" cy="11153610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15364003" y="9319087"/>
            <a:ext cx="3693160" cy="942975"/>
            <a:chOff x="15364003" y="9319087"/>
            <a:chExt cx="3693160" cy="942975"/>
          </a:xfrm>
        </p:grpSpPr>
        <p:sp>
          <p:nvSpPr>
            <p:cNvPr id="3" name="object 3"/>
            <p:cNvSpPr/>
            <p:nvPr/>
          </p:nvSpPr>
          <p:spPr>
            <a:xfrm>
              <a:off x="15364066" y="9319087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364003" y="9439611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4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4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4">
                  <a:moveTo>
                    <a:pt x="198348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53"/>
                  </a:lnTo>
                  <a:close/>
                </a:path>
                <a:path w="3693159" h="700404">
                  <a:moveTo>
                    <a:pt x="198348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56"/>
                  </a:lnTo>
                  <a:close/>
                </a:path>
                <a:path w="3693159" h="700404">
                  <a:moveTo>
                    <a:pt x="198348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802"/>
                  </a:lnTo>
                  <a:close/>
                </a:path>
                <a:path w="3693159" h="700404">
                  <a:moveTo>
                    <a:pt x="908519" y="161366"/>
                  </a:moveTo>
                  <a:lnTo>
                    <a:pt x="906360" y="130302"/>
                  </a:lnTo>
                  <a:lnTo>
                    <a:pt x="905611" y="119291"/>
                  </a:lnTo>
                  <a:lnTo>
                    <a:pt x="892365" y="84518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17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19"/>
                  </a:lnTo>
                  <a:lnTo>
                    <a:pt x="452539" y="52793"/>
                  </a:lnTo>
                  <a:lnTo>
                    <a:pt x="416775" y="79565"/>
                  </a:lnTo>
                  <a:lnTo>
                    <a:pt x="386105" y="113106"/>
                  </a:lnTo>
                  <a:lnTo>
                    <a:pt x="361505" y="154025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47"/>
                  </a:lnTo>
                  <a:lnTo>
                    <a:pt x="410464" y="366712"/>
                  </a:lnTo>
                  <a:lnTo>
                    <a:pt x="460248" y="387235"/>
                  </a:lnTo>
                  <a:lnTo>
                    <a:pt x="508927" y="402196"/>
                  </a:lnTo>
                  <a:lnTo>
                    <a:pt x="594918" y="424522"/>
                  </a:lnTo>
                  <a:lnTo>
                    <a:pt x="628230" y="436435"/>
                  </a:lnTo>
                  <a:lnTo>
                    <a:pt x="652437" y="451904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901"/>
                  </a:lnTo>
                  <a:lnTo>
                    <a:pt x="622058" y="552831"/>
                  </a:lnTo>
                  <a:lnTo>
                    <a:pt x="587781" y="565391"/>
                  </a:lnTo>
                  <a:lnTo>
                    <a:pt x="553491" y="569569"/>
                  </a:lnTo>
                  <a:lnTo>
                    <a:pt x="508863" y="563206"/>
                  </a:lnTo>
                  <a:lnTo>
                    <a:pt x="477088" y="544449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101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31"/>
                  </a:lnTo>
                  <a:lnTo>
                    <a:pt x="425462" y="692277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89"/>
                  </a:lnTo>
                  <a:lnTo>
                    <a:pt x="829360" y="569569"/>
                  </a:lnTo>
                  <a:lnTo>
                    <a:pt x="848944" y="535825"/>
                  </a:lnTo>
                  <a:lnTo>
                    <a:pt x="863396" y="491413"/>
                  </a:lnTo>
                  <a:lnTo>
                    <a:pt x="869175" y="436968"/>
                  </a:lnTo>
                  <a:lnTo>
                    <a:pt x="862241" y="393585"/>
                  </a:lnTo>
                  <a:lnTo>
                    <a:pt x="844702" y="359727"/>
                  </a:lnTo>
                  <a:lnTo>
                    <a:pt x="786168" y="314401"/>
                  </a:lnTo>
                  <a:lnTo>
                    <a:pt x="749376" y="299821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18"/>
                  </a:lnTo>
                  <a:lnTo>
                    <a:pt x="566496" y="244424"/>
                  </a:lnTo>
                  <a:lnTo>
                    <a:pt x="545185" y="222923"/>
                  </a:lnTo>
                  <a:lnTo>
                    <a:pt x="541693" y="191719"/>
                  </a:lnTo>
                  <a:lnTo>
                    <a:pt x="553224" y="167982"/>
                  </a:lnTo>
                  <a:lnTo>
                    <a:pt x="574852" y="148437"/>
                  </a:lnTo>
                  <a:lnTo>
                    <a:pt x="603161" y="135178"/>
                  </a:lnTo>
                  <a:lnTo>
                    <a:pt x="634758" y="130302"/>
                  </a:lnTo>
                  <a:lnTo>
                    <a:pt x="656818" y="131686"/>
                  </a:lnTo>
                  <a:lnTo>
                    <a:pt x="701903" y="151726"/>
                  </a:lnTo>
                  <a:lnTo>
                    <a:pt x="716381" y="192938"/>
                  </a:lnTo>
                  <a:lnTo>
                    <a:pt x="713574" y="211264"/>
                  </a:lnTo>
                  <a:lnTo>
                    <a:pt x="899693" y="211264"/>
                  </a:lnTo>
                  <a:lnTo>
                    <a:pt x="908519" y="161366"/>
                  </a:lnTo>
                  <a:close/>
                </a:path>
                <a:path w="3693159" h="700404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39"/>
                  </a:lnTo>
                  <a:lnTo>
                    <a:pt x="1438135" y="685939"/>
                  </a:lnTo>
                  <a:lnTo>
                    <a:pt x="1465884" y="555612"/>
                  </a:lnTo>
                  <a:lnTo>
                    <a:pt x="1140129" y="555612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68"/>
                  </a:lnTo>
                  <a:lnTo>
                    <a:pt x="1197978" y="282968"/>
                  </a:lnTo>
                  <a:lnTo>
                    <a:pt x="1227455" y="144246"/>
                  </a:lnTo>
                  <a:lnTo>
                    <a:pt x="1553210" y="144246"/>
                  </a:lnTo>
                  <a:lnTo>
                    <a:pt x="1580972" y="13944"/>
                  </a:lnTo>
                  <a:close/>
                </a:path>
                <a:path w="3693159" h="700404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87"/>
                  </a:lnTo>
                  <a:lnTo>
                    <a:pt x="2065553" y="514692"/>
                  </a:lnTo>
                  <a:lnTo>
                    <a:pt x="1984070" y="171284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39"/>
                  </a:lnTo>
                  <a:lnTo>
                    <a:pt x="1710817" y="685939"/>
                  </a:lnTo>
                  <a:lnTo>
                    <a:pt x="1820189" y="171284"/>
                  </a:lnTo>
                  <a:lnTo>
                    <a:pt x="1822030" y="171284"/>
                  </a:lnTo>
                  <a:lnTo>
                    <a:pt x="1940687" y="685939"/>
                  </a:lnTo>
                  <a:lnTo>
                    <a:pt x="2198497" y="685939"/>
                  </a:lnTo>
                  <a:lnTo>
                    <a:pt x="2234895" y="514692"/>
                  </a:lnTo>
                  <a:lnTo>
                    <a:pt x="2341346" y="13944"/>
                  </a:lnTo>
                  <a:close/>
                </a:path>
                <a:path w="3693159" h="700404">
                  <a:moveTo>
                    <a:pt x="3024949" y="685939"/>
                  </a:moveTo>
                  <a:lnTo>
                    <a:pt x="3001048" y="554697"/>
                  </a:lnTo>
                  <a:lnTo>
                    <a:pt x="2977324" y="424408"/>
                  </a:lnTo>
                  <a:lnTo>
                    <a:pt x="2926461" y="145161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408"/>
                  </a:lnTo>
                  <a:lnTo>
                    <a:pt x="2600248" y="424408"/>
                  </a:lnTo>
                  <a:lnTo>
                    <a:pt x="2750858" y="145161"/>
                  </a:lnTo>
                  <a:lnTo>
                    <a:pt x="2753639" y="145161"/>
                  </a:lnTo>
                  <a:lnTo>
                    <a:pt x="2779877" y="424408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39"/>
                  </a:lnTo>
                  <a:lnTo>
                    <a:pt x="2453513" y="685939"/>
                  </a:lnTo>
                  <a:lnTo>
                    <a:pt x="2525153" y="554697"/>
                  </a:lnTo>
                  <a:lnTo>
                    <a:pt x="2797873" y="554697"/>
                  </a:lnTo>
                  <a:lnTo>
                    <a:pt x="2814612" y="685939"/>
                  </a:lnTo>
                  <a:lnTo>
                    <a:pt x="3024949" y="685939"/>
                  </a:lnTo>
                  <a:close/>
                </a:path>
                <a:path w="3693159" h="700404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39"/>
                  </a:lnTo>
                  <a:lnTo>
                    <a:pt x="3281819" y="685939"/>
                  </a:lnTo>
                  <a:lnTo>
                    <a:pt x="3424669" y="13944"/>
                  </a:lnTo>
                  <a:close/>
                </a:path>
                <a:path w="3693159" h="700404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4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4">
                  <a:moveTo>
                    <a:pt x="3692918" y="337553"/>
                  </a:moveTo>
                  <a:lnTo>
                    <a:pt x="3494570" y="337553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53"/>
                  </a:lnTo>
                  <a:close/>
                </a:path>
                <a:path w="3693159" h="700404">
                  <a:moveTo>
                    <a:pt x="3692918" y="175056"/>
                  </a:moveTo>
                  <a:lnTo>
                    <a:pt x="3494570" y="175056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56"/>
                  </a:lnTo>
                  <a:close/>
                </a:path>
                <a:path w="3693159" h="700404">
                  <a:moveTo>
                    <a:pt x="3692918" y="16802"/>
                  </a:moveTo>
                  <a:lnTo>
                    <a:pt x="3494570" y="16802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7957569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219340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481112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742885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004657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266428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528201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789973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957569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219340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481112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742885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004657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266428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528201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789973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7957569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219340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8481112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742885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004657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266428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528201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789973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7957569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8219340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8481112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8742885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9004657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9266428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9528201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9789973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7957569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8219340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8481112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8742885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9004657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9266428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9528201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9789973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7957569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8219340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8481112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8742885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9004657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9266428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9528201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9789973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7957569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8219340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8481112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8742885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9004657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9266428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9528201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9789973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7957569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8219340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8481112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8742885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9004657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9266428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9528201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9789973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>
            <a:spLocks noGrp="1"/>
          </p:cNvSpPr>
          <p:nvPr>
            <p:ph type="title"/>
          </p:nvPr>
        </p:nvSpPr>
        <p:spPr>
          <a:xfrm>
            <a:off x="1593850" y="2452846"/>
            <a:ext cx="16625490" cy="35516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l">
              <a:lnSpc>
                <a:spcPct val="100200"/>
              </a:lnSpc>
              <a:spcBef>
                <a:spcPts val="95"/>
              </a:spcBef>
            </a:pPr>
            <a:r>
              <a:rPr lang="pt-BR" sz="11500" spc="10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MODELO </a:t>
            </a:r>
            <a:r>
              <a:rPr lang="pt-BR" sz="11500" spc="10" dirty="0">
                <a:solidFill>
                  <a:srgbClr val="FFFFFF"/>
                </a:solidFill>
                <a:latin typeface="Montserrat ExtraBold" panose="020B0604020202020204" charset="0"/>
                <a:cs typeface="Montserrat ExtraBold"/>
              </a:rPr>
              <a:t>RELACIONAL</a:t>
            </a:r>
            <a:endParaRPr sz="11500" dirty="0">
              <a:latin typeface="Montserrat ExtraBold" panose="020B0604020202020204" charset="0"/>
              <a:cs typeface="Montserrat ExtraBold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2">
            <a:extLst>
              <a:ext uri="{FF2B5EF4-FFF2-40B4-BE49-F238E27FC236}">
                <a16:creationId xmlns:a16="http://schemas.microsoft.com/office/drawing/2014/main" id="{69CA6BC5-12E2-452C-AC20-DC1191103E6B}"/>
              </a:ext>
            </a:extLst>
          </p:cNvPr>
          <p:cNvSpPr txBox="1">
            <a:spLocks/>
          </p:cNvSpPr>
          <p:nvPr/>
        </p:nvSpPr>
        <p:spPr>
          <a:xfrm>
            <a:off x="1739305" y="6004459"/>
            <a:ext cx="1662549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 marR="5080">
              <a:lnSpc>
                <a:spcPct val="100200"/>
              </a:lnSpc>
              <a:spcBef>
                <a:spcPts val="95"/>
              </a:spcBef>
            </a:pPr>
            <a:r>
              <a:rPr lang="pt-BR" sz="3200" kern="0" spc="10" dirty="0">
                <a:solidFill>
                  <a:schemeClr val="accent1">
                    <a:lumMod val="40000"/>
                    <a:lumOff val="60000"/>
                  </a:schemeClr>
                </a:solidFill>
                <a:latin typeface="Montserrat ExtraBold" panose="020B0604020202020204" charset="0"/>
                <a:cs typeface="Montserrat ExtraBold"/>
              </a:rPr>
              <a:t>Professor</a:t>
            </a:r>
            <a:endParaRPr lang="pt-BR" sz="3200" kern="0" dirty="0">
              <a:solidFill>
                <a:schemeClr val="accent1">
                  <a:lumMod val="40000"/>
                  <a:lumOff val="60000"/>
                </a:schemeClr>
              </a:solidFill>
              <a:latin typeface="Montserrat ExtraBold" panose="020B0604020202020204" charset="0"/>
              <a:cs typeface="Montserrat ExtraBold"/>
            </a:endParaRPr>
          </a:p>
        </p:txBody>
      </p:sp>
      <p:sp>
        <p:nvSpPr>
          <p:cNvPr id="75" name="object 72">
            <a:extLst>
              <a:ext uri="{FF2B5EF4-FFF2-40B4-BE49-F238E27FC236}">
                <a16:creationId xmlns:a16="http://schemas.microsoft.com/office/drawing/2014/main" id="{57458EF9-D46F-40EF-A9AF-9B88AD94CA28}"/>
              </a:ext>
            </a:extLst>
          </p:cNvPr>
          <p:cNvSpPr txBox="1">
            <a:spLocks/>
          </p:cNvSpPr>
          <p:nvPr/>
        </p:nvSpPr>
        <p:spPr>
          <a:xfrm>
            <a:off x="1739305" y="6471076"/>
            <a:ext cx="16625490" cy="1027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 marR="5080">
              <a:lnSpc>
                <a:spcPct val="100200"/>
              </a:lnSpc>
              <a:spcBef>
                <a:spcPts val="95"/>
              </a:spcBef>
            </a:pPr>
            <a:r>
              <a:rPr lang="pt-BR" sz="6600" kern="0" spc="10" dirty="0">
                <a:solidFill>
                  <a:srgbClr val="FFFFFF"/>
                </a:solidFill>
                <a:latin typeface="Montserrat" panose="020B0604020202020204" charset="0"/>
                <a:cs typeface="Montserrat ExtraBold"/>
              </a:rPr>
              <a:t>Jansen Leite</a:t>
            </a:r>
            <a:endParaRPr lang="pt-BR" sz="6600" kern="0" dirty="0">
              <a:latin typeface="Montserrat" panose="020B0604020202020204" charset="0"/>
              <a:cs typeface="Montserrat ExtraBold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>
            <a:spLocks noGrp="1"/>
          </p:cNvSpPr>
          <p:nvPr>
            <p:ph type="title"/>
          </p:nvPr>
        </p:nvSpPr>
        <p:spPr>
          <a:xfrm>
            <a:off x="1517650" y="999675"/>
            <a:ext cx="12268199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FFFFF"/>
                </a:solidFill>
                <a:latin typeface="Montserrat ExtraBold"/>
                <a:cs typeface="Montserrat ExtraBold"/>
              </a:rPr>
              <a:t>MODELO RELACIONAL</a:t>
            </a:r>
            <a:br>
              <a:rPr lang="pt-BR" sz="4950" b="1" spc="-15" dirty="0">
                <a:solidFill>
                  <a:srgbClr val="FFFFFF"/>
                </a:solidFill>
                <a:latin typeface="Montserrat ExtraBold"/>
                <a:cs typeface="Montserrat ExtraBold"/>
              </a:rPr>
            </a:br>
            <a:r>
              <a:rPr lang="pt-BR" sz="4950" b="1" spc="-15" dirty="0">
                <a:solidFill>
                  <a:srgbClr val="FFFFFF"/>
                </a:solidFill>
                <a:latin typeface="Montserrat ExtraBold"/>
                <a:cs typeface="Montserrat ExtraBold"/>
              </a:rPr>
              <a:t>Qual a definição?</a:t>
            </a:r>
            <a:endParaRPr sz="4950" dirty="0">
              <a:latin typeface="Montserrat ExtraBold"/>
              <a:cs typeface="Montserrat ExtraBold"/>
            </a:endParaRPr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28DCA77A-25D6-4AC8-926C-CA966CB46EF3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4D8A9D94-9D25-4BC4-9A69-403DAF9F103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2482F69B-C046-4033-9E32-A86819E2272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1">
            <a:extLst>
              <a:ext uri="{FF2B5EF4-FFF2-40B4-BE49-F238E27FC236}">
                <a16:creationId xmlns:a16="http://schemas.microsoft.com/office/drawing/2014/main" id="{42278BF3-60C2-47AE-B17A-D73BB4497D04}"/>
              </a:ext>
            </a:extLst>
          </p:cNvPr>
          <p:cNvSpPr txBox="1">
            <a:spLocks/>
          </p:cNvSpPr>
          <p:nvPr/>
        </p:nvSpPr>
        <p:spPr>
          <a:xfrm>
            <a:off x="1593850" y="4083889"/>
            <a:ext cx="17358102" cy="46288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pt-BR" sz="6000" kern="0" spc="-15" dirty="0">
                <a:solidFill>
                  <a:srgbClr val="FFFFFF"/>
                </a:solidFill>
                <a:latin typeface="Montserrat" panose="020B0604020202020204" charset="0"/>
                <a:cs typeface="Montserrat ExtraBold"/>
              </a:rPr>
              <a:t>O modelo relacional é o nome dado a técnica que </a:t>
            </a:r>
            <a:r>
              <a:rPr lang="pt-BR" sz="6000" b="1" kern="0" spc="-15" dirty="0">
                <a:solidFill>
                  <a:srgbClr val="FFFFFF"/>
                </a:solidFill>
                <a:latin typeface="Montserrat" panose="020B0604020202020204" charset="0"/>
                <a:cs typeface="Montserrat ExtraBold"/>
              </a:rPr>
              <a:t>organiza os dados em tabelas onde os mesmos possuem vínculos</a:t>
            </a:r>
            <a:r>
              <a:rPr lang="pt-BR" sz="6000" kern="0" spc="-15" dirty="0">
                <a:solidFill>
                  <a:srgbClr val="FFFFFF"/>
                </a:solidFill>
                <a:latin typeface="Montserrat" panose="020B0604020202020204" charset="0"/>
                <a:cs typeface="Montserrat ExtraBold"/>
              </a:rPr>
              <a:t> (chamadas de relações). Tabelas, estas, </a:t>
            </a:r>
            <a:r>
              <a:rPr lang="pt-BR" sz="6000" b="1" kern="0" spc="-15" dirty="0">
                <a:solidFill>
                  <a:srgbClr val="FFFFFF"/>
                </a:solidFill>
                <a:latin typeface="Montserrat" panose="020B0604020202020204" charset="0"/>
                <a:cs typeface="Montserrat ExtraBold"/>
              </a:rPr>
              <a:t>formadas por linhas e colunas</a:t>
            </a:r>
            <a:r>
              <a:rPr lang="pt-BR" sz="6000" kern="0" spc="-15" dirty="0">
                <a:solidFill>
                  <a:srgbClr val="FFFFFF"/>
                </a:solidFill>
                <a:latin typeface="Montserrat" panose="020B0604020202020204" charset="0"/>
                <a:cs typeface="Montserrat ExtraBold"/>
              </a:rPr>
              <a:t>.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2ABC743-A1CB-A61C-13D7-E788902B8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5796A87-9DA5-FC3D-41B3-A5C373925265}"/>
              </a:ext>
            </a:extLst>
          </p:cNvPr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BD05288-5C23-B728-1E4F-B5C1CFA8B059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C032CB7-0A24-9E92-7942-45A60E90A82B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9302CAF-B864-B566-2047-67E3BC85B5C6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5564B2E-5AB2-87B2-62A1-33151855F818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44AA46C8-A124-0BF2-19F1-11C2B772F247}"/>
              </a:ext>
            </a:extLst>
          </p:cNvPr>
          <p:cNvGrpSpPr/>
          <p:nvPr/>
        </p:nvGrpSpPr>
        <p:grpSpPr>
          <a:xfrm>
            <a:off x="0" y="2774784"/>
            <a:ext cx="20104100" cy="8534188"/>
            <a:chOff x="0" y="2774784"/>
            <a:chExt cx="20104100" cy="8534188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D76784BA-A070-8E2D-2C3C-F68D2616E68E}"/>
                </a:ext>
              </a:extLst>
            </p:cNvPr>
            <p:cNvSpPr/>
            <p:nvPr/>
          </p:nvSpPr>
          <p:spPr>
            <a:xfrm>
              <a:off x="0" y="8167290"/>
              <a:ext cx="20104100" cy="2984500"/>
            </a:xfrm>
            <a:custGeom>
              <a:avLst/>
              <a:gdLst/>
              <a:ahLst/>
              <a:cxnLst/>
              <a:rect l="l" t="t" r="r" b="b"/>
              <a:pathLst>
                <a:path w="20104100" h="2984500">
                  <a:moveTo>
                    <a:pt x="0" y="2984202"/>
                  </a:moveTo>
                  <a:lnTo>
                    <a:pt x="20104099" y="298420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984202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69610086-816C-B350-F981-668401AC683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36313" y="2774784"/>
              <a:ext cx="8806014" cy="8533771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824D5C21-3DDB-1464-39F3-1863BDEB18E3}"/>
                </a:ext>
              </a:extLst>
            </p:cNvPr>
            <p:cNvSpPr/>
            <p:nvPr/>
          </p:nvSpPr>
          <p:spPr>
            <a:xfrm>
              <a:off x="11821838" y="3560101"/>
              <a:ext cx="7235190" cy="7591425"/>
            </a:xfrm>
            <a:custGeom>
              <a:avLst/>
              <a:gdLst/>
              <a:ahLst/>
              <a:cxnLst/>
              <a:rect l="l" t="t" r="r" b="b"/>
              <a:pathLst>
                <a:path w="7235190" h="7591425">
                  <a:moveTo>
                    <a:pt x="0" y="7591391"/>
                  </a:moveTo>
                  <a:lnTo>
                    <a:pt x="7235172" y="7591391"/>
                  </a:lnTo>
                  <a:lnTo>
                    <a:pt x="7235172" y="0"/>
                  </a:lnTo>
                  <a:lnTo>
                    <a:pt x="0" y="0"/>
                  </a:lnTo>
                  <a:lnTo>
                    <a:pt x="0" y="759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87F996BB-E533-7FA1-825F-F05A2E6DE472}"/>
                </a:ext>
              </a:extLst>
            </p:cNvPr>
            <p:cNvSpPr/>
            <p:nvPr/>
          </p:nvSpPr>
          <p:spPr>
            <a:xfrm>
              <a:off x="19266420" y="3560108"/>
              <a:ext cx="575945" cy="1885314"/>
            </a:xfrm>
            <a:custGeom>
              <a:avLst/>
              <a:gdLst/>
              <a:ahLst/>
              <a:cxnLst/>
              <a:rect l="l" t="t" r="r" b="b"/>
              <a:pathLst>
                <a:path w="575944" h="1885314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64"/>
                  </a:lnTo>
                  <a:lnTo>
                    <a:pt x="36372" y="1834464"/>
                  </a:lnTo>
                  <a:lnTo>
                    <a:pt x="26174" y="1832406"/>
                  </a:lnTo>
                  <a:lnTo>
                    <a:pt x="15989" y="1834464"/>
                  </a:lnTo>
                  <a:lnTo>
                    <a:pt x="7670" y="1840064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66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74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66"/>
                  </a:lnTo>
                  <a:lnTo>
                    <a:pt x="52362" y="1858581"/>
                  </a:lnTo>
                  <a:close/>
                </a:path>
                <a:path w="575944" h="1885314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292"/>
                  </a:lnTo>
                  <a:lnTo>
                    <a:pt x="36372" y="1572691"/>
                  </a:lnTo>
                  <a:lnTo>
                    <a:pt x="26174" y="1570634"/>
                  </a:lnTo>
                  <a:lnTo>
                    <a:pt x="15989" y="1572691"/>
                  </a:lnTo>
                  <a:lnTo>
                    <a:pt x="7670" y="1578292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6994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74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6994"/>
                  </a:lnTo>
                  <a:lnTo>
                    <a:pt x="52362" y="1596809"/>
                  </a:lnTo>
                  <a:close/>
                </a:path>
                <a:path w="575944" h="1885314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20"/>
                  </a:lnTo>
                  <a:lnTo>
                    <a:pt x="36372" y="1310919"/>
                  </a:lnTo>
                  <a:lnTo>
                    <a:pt x="26174" y="1308862"/>
                  </a:lnTo>
                  <a:lnTo>
                    <a:pt x="15989" y="1310919"/>
                  </a:lnTo>
                  <a:lnTo>
                    <a:pt x="7670" y="1316520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22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74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22"/>
                  </a:lnTo>
                  <a:lnTo>
                    <a:pt x="52362" y="1335036"/>
                  </a:lnTo>
                  <a:close/>
                </a:path>
                <a:path w="575944" h="1885314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47"/>
                  </a:lnTo>
                  <a:lnTo>
                    <a:pt x="36372" y="1049147"/>
                  </a:lnTo>
                  <a:lnTo>
                    <a:pt x="26174" y="1047089"/>
                  </a:lnTo>
                  <a:lnTo>
                    <a:pt x="15989" y="1049147"/>
                  </a:lnTo>
                  <a:lnTo>
                    <a:pt x="7670" y="1054747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49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74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49"/>
                  </a:lnTo>
                  <a:lnTo>
                    <a:pt x="52362" y="1073264"/>
                  </a:lnTo>
                  <a:close/>
                </a:path>
                <a:path w="575944" h="1885314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75"/>
                  </a:lnTo>
                  <a:lnTo>
                    <a:pt x="36372" y="787374"/>
                  </a:lnTo>
                  <a:lnTo>
                    <a:pt x="26174" y="785317"/>
                  </a:lnTo>
                  <a:lnTo>
                    <a:pt x="15989" y="787374"/>
                  </a:lnTo>
                  <a:lnTo>
                    <a:pt x="7670" y="792975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77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74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77"/>
                  </a:lnTo>
                  <a:lnTo>
                    <a:pt x="52362" y="811491"/>
                  </a:lnTo>
                  <a:close/>
                </a:path>
                <a:path w="575944" h="1885314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02"/>
                  </a:lnTo>
                  <a:lnTo>
                    <a:pt x="36372" y="525602"/>
                  </a:lnTo>
                  <a:lnTo>
                    <a:pt x="26174" y="523544"/>
                  </a:lnTo>
                  <a:lnTo>
                    <a:pt x="15989" y="525602"/>
                  </a:lnTo>
                  <a:lnTo>
                    <a:pt x="7670" y="531202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04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74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04"/>
                  </a:lnTo>
                  <a:lnTo>
                    <a:pt x="52362" y="549719"/>
                  </a:lnTo>
                  <a:close/>
                </a:path>
                <a:path w="575944" h="1885314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74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64"/>
                  </a:lnTo>
                  <a:lnTo>
                    <a:pt x="26174" y="314121"/>
                  </a:lnTo>
                  <a:lnTo>
                    <a:pt x="36372" y="312064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575944" h="1885314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74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74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575944" h="1885314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64"/>
                  </a:lnTo>
                  <a:lnTo>
                    <a:pt x="298145" y="1834464"/>
                  </a:lnTo>
                  <a:lnTo>
                    <a:pt x="287947" y="1832406"/>
                  </a:lnTo>
                  <a:lnTo>
                    <a:pt x="277761" y="1834464"/>
                  </a:lnTo>
                  <a:lnTo>
                    <a:pt x="269443" y="1840064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66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47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66"/>
                  </a:lnTo>
                  <a:lnTo>
                    <a:pt x="314134" y="1858581"/>
                  </a:lnTo>
                  <a:close/>
                </a:path>
                <a:path w="575944" h="1885314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292"/>
                  </a:lnTo>
                  <a:lnTo>
                    <a:pt x="298145" y="1572691"/>
                  </a:lnTo>
                  <a:lnTo>
                    <a:pt x="287947" y="1570634"/>
                  </a:lnTo>
                  <a:lnTo>
                    <a:pt x="277761" y="1572691"/>
                  </a:lnTo>
                  <a:lnTo>
                    <a:pt x="269443" y="1578292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6994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47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6994"/>
                  </a:lnTo>
                  <a:lnTo>
                    <a:pt x="314134" y="1596809"/>
                  </a:lnTo>
                  <a:close/>
                </a:path>
                <a:path w="575944" h="1885314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20"/>
                  </a:lnTo>
                  <a:lnTo>
                    <a:pt x="298145" y="1310919"/>
                  </a:lnTo>
                  <a:lnTo>
                    <a:pt x="287947" y="1308862"/>
                  </a:lnTo>
                  <a:lnTo>
                    <a:pt x="277761" y="1310919"/>
                  </a:lnTo>
                  <a:lnTo>
                    <a:pt x="269443" y="1316520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22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47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22"/>
                  </a:lnTo>
                  <a:lnTo>
                    <a:pt x="314134" y="1335036"/>
                  </a:lnTo>
                  <a:close/>
                </a:path>
                <a:path w="575944" h="1885314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47"/>
                  </a:lnTo>
                  <a:lnTo>
                    <a:pt x="298145" y="1049147"/>
                  </a:lnTo>
                  <a:lnTo>
                    <a:pt x="287947" y="1047089"/>
                  </a:lnTo>
                  <a:lnTo>
                    <a:pt x="277761" y="1049147"/>
                  </a:lnTo>
                  <a:lnTo>
                    <a:pt x="269443" y="1054747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49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47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49"/>
                  </a:lnTo>
                  <a:lnTo>
                    <a:pt x="314134" y="1073264"/>
                  </a:lnTo>
                  <a:close/>
                </a:path>
                <a:path w="575944" h="1885314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75"/>
                  </a:lnTo>
                  <a:lnTo>
                    <a:pt x="298145" y="787374"/>
                  </a:lnTo>
                  <a:lnTo>
                    <a:pt x="287947" y="785317"/>
                  </a:lnTo>
                  <a:lnTo>
                    <a:pt x="277761" y="787374"/>
                  </a:lnTo>
                  <a:lnTo>
                    <a:pt x="269443" y="792975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77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47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77"/>
                  </a:lnTo>
                  <a:lnTo>
                    <a:pt x="314134" y="811491"/>
                  </a:lnTo>
                  <a:close/>
                </a:path>
                <a:path w="575944" h="1885314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02"/>
                  </a:lnTo>
                  <a:lnTo>
                    <a:pt x="298145" y="525602"/>
                  </a:lnTo>
                  <a:lnTo>
                    <a:pt x="287947" y="523544"/>
                  </a:lnTo>
                  <a:lnTo>
                    <a:pt x="277761" y="525602"/>
                  </a:lnTo>
                  <a:lnTo>
                    <a:pt x="269443" y="531202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04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47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04"/>
                  </a:lnTo>
                  <a:lnTo>
                    <a:pt x="314134" y="549719"/>
                  </a:lnTo>
                  <a:close/>
                </a:path>
                <a:path w="575944" h="1885314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47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64"/>
                  </a:lnTo>
                  <a:lnTo>
                    <a:pt x="287947" y="314121"/>
                  </a:lnTo>
                  <a:lnTo>
                    <a:pt x="298145" y="312064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575944" h="1885314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47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292"/>
                  </a:lnTo>
                  <a:lnTo>
                    <a:pt x="287947" y="52349"/>
                  </a:lnTo>
                  <a:lnTo>
                    <a:pt x="298145" y="50292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575944" h="1885314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64"/>
                  </a:lnTo>
                  <a:lnTo>
                    <a:pt x="559917" y="1834464"/>
                  </a:lnTo>
                  <a:lnTo>
                    <a:pt x="549719" y="1832406"/>
                  </a:lnTo>
                  <a:lnTo>
                    <a:pt x="539534" y="1834464"/>
                  </a:lnTo>
                  <a:lnTo>
                    <a:pt x="531215" y="1840064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66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19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66"/>
                  </a:lnTo>
                  <a:lnTo>
                    <a:pt x="575906" y="1858581"/>
                  </a:lnTo>
                  <a:close/>
                </a:path>
                <a:path w="575944" h="1885314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292"/>
                  </a:lnTo>
                  <a:lnTo>
                    <a:pt x="559917" y="1572691"/>
                  </a:lnTo>
                  <a:lnTo>
                    <a:pt x="549719" y="1570634"/>
                  </a:lnTo>
                  <a:lnTo>
                    <a:pt x="539534" y="1572691"/>
                  </a:lnTo>
                  <a:lnTo>
                    <a:pt x="531215" y="1578292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6994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19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6994"/>
                  </a:lnTo>
                  <a:lnTo>
                    <a:pt x="575906" y="1596809"/>
                  </a:lnTo>
                  <a:close/>
                </a:path>
                <a:path w="575944" h="1885314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20"/>
                  </a:lnTo>
                  <a:lnTo>
                    <a:pt x="559917" y="1310919"/>
                  </a:lnTo>
                  <a:lnTo>
                    <a:pt x="549719" y="1308862"/>
                  </a:lnTo>
                  <a:lnTo>
                    <a:pt x="539534" y="1310919"/>
                  </a:lnTo>
                  <a:lnTo>
                    <a:pt x="531215" y="1316520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22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19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22"/>
                  </a:lnTo>
                  <a:lnTo>
                    <a:pt x="575906" y="1335036"/>
                  </a:lnTo>
                  <a:close/>
                </a:path>
                <a:path w="575944" h="1885314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47"/>
                  </a:lnTo>
                  <a:lnTo>
                    <a:pt x="559917" y="1049147"/>
                  </a:lnTo>
                  <a:lnTo>
                    <a:pt x="549719" y="1047089"/>
                  </a:lnTo>
                  <a:lnTo>
                    <a:pt x="539534" y="1049147"/>
                  </a:lnTo>
                  <a:lnTo>
                    <a:pt x="531215" y="1054747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49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19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49"/>
                  </a:lnTo>
                  <a:lnTo>
                    <a:pt x="575906" y="1073264"/>
                  </a:lnTo>
                  <a:close/>
                </a:path>
                <a:path w="575944" h="1885314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75"/>
                  </a:lnTo>
                  <a:lnTo>
                    <a:pt x="559917" y="787374"/>
                  </a:lnTo>
                  <a:lnTo>
                    <a:pt x="549719" y="785317"/>
                  </a:lnTo>
                  <a:lnTo>
                    <a:pt x="539534" y="787374"/>
                  </a:lnTo>
                  <a:lnTo>
                    <a:pt x="531215" y="792975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77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19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77"/>
                  </a:lnTo>
                  <a:lnTo>
                    <a:pt x="575906" y="811491"/>
                  </a:lnTo>
                  <a:close/>
                </a:path>
                <a:path w="575944" h="1885314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02"/>
                  </a:lnTo>
                  <a:lnTo>
                    <a:pt x="559917" y="525602"/>
                  </a:lnTo>
                  <a:lnTo>
                    <a:pt x="549719" y="523544"/>
                  </a:lnTo>
                  <a:lnTo>
                    <a:pt x="539534" y="525602"/>
                  </a:lnTo>
                  <a:lnTo>
                    <a:pt x="531215" y="531202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04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19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04"/>
                  </a:lnTo>
                  <a:lnTo>
                    <a:pt x="575906" y="549719"/>
                  </a:lnTo>
                  <a:close/>
                </a:path>
                <a:path w="575944" h="1885314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19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64"/>
                  </a:lnTo>
                  <a:lnTo>
                    <a:pt x="549719" y="314121"/>
                  </a:lnTo>
                  <a:lnTo>
                    <a:pt x="559917" y="312064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575944" h="1885314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19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292"/>
                  </a:lnTo>
                  <a:lnTo>
                    <a:pt x="549719" y="52349"/>
                  </a:lnTo>
                  <a:lnTo>
                    <a:pt x="559917" y="50292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D78A057D-923F-9B53-ED91-EF4EDB540533}"/>
                </a:ext>
              </a:extLst>
            </p:cNvPr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343445A9-D204-B588-9A23-D9E9DD5506AA}"/>
                </a:ext>
              </a:extLst>
            </p:cNvPr>
            <p:cNvSpPr/>
            <p:nvPr/>
          </p:nvSpPr>
          <p:spPr>
            <a:xfrm>
              <a:off x="10774745" y="5654278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87540E8B-5322-FE20-562D-9218759CBE4B}"/>
              </a:ext>
            </a:extLst>
          </p:cNvPr>
          <p:cNvSpPr txBox="1"/>
          <p:nvPr/>
        </p:nvSpPr>
        <p:spPr>
          <a:xfrm>
            <a:off x="12332678" y="5822120"/>
            <a:ext cx="6158865" cy="3471463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spcBef>
                <a:spcPts val="190"/>
              </a:spcBef>
            </a:pP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Uma </a:t>
            </a: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tabela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 é a </a:t>
            </a: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estrutura digital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 onde os </a:t>
            </a: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SGBD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 Relacionais utilizam para </a:t>
            </a: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organizar as informações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 de um </a:t>
            </a: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Banco de Dados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 as separando por </a:t>
            </a: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linhas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 e </a:t>
            </a: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colunas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.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1D8112E7-2416-8F2B-58C8-D8136F3E5244}"/>
              </a:ext>
            </a:extLst>
          </p:cNvPr>
          <p:cNvSpPr txBox="1"/>
          <p:nvPr/>
        </p:nvSpPr>
        <p:spPr>
          <a:xfrm>
            <a:off x="12332678" y="4098774"/>
            <a:ext cx="6158864" cy="11176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spc="15" dirty="0">
                <a:solidFill>
                  <a:srgbClr val="333333"/>
                </a:solidFill>
                <a:latin typeface="Montserrat Light"/>
                <a:cs typeface="Montserrat Light"/>
              </a:rPr>
              <a:t>DEFINIÇÃO DE</a:t>
            </a:r>
            <a:r>
              <a:rPr lang="pt-BR" sz="3600" b="0" spc="15" dirty="0">
                <a:solidFill>
                  <a:srgbClr val="333333"/>
                </a:solidFill>
                <a:latin typeface="Montserrat Light"/>
                <a:cs typeface="Montserrat Light"/>
              </a:rPr>
              <a:t> </a:t>
            </a:r>
            <a:endParaRPr lang="pt-BR" sz="3600" b="0" spc="95" dirty="0">
              <a:solidFill>
                <a:srgbClr val="333333"/>
              </a:solidFill>
              <a:latin typeface="Montserrat Light"/>
              <a:cs typeface="Montserrat Light"/>
            </a:endParaRP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TABELA?</a:t>
            </a:r>
            <a:endParaRPr sz="3600" dirty="0">
              <a:latin typeface="Montserrat ExtraBold"/>
              <a:cs typeface="Montserrat ExtraBold"/>
            </a:endParaRPr>
          </a:p>
        </p:txBody>
      </p:sp>
      <p:pic>
        <p:nvPicPr>
          <p:cNvPr id="21" name="Imagem 20" descr="Como criar banco de dados? Te mostramos aqui!">
            <a:extLst>
              <a:ext uri="{FF2B5EF4-FFF2-40B4-BE49-F238E27FC236}">
                <a16:creationId xmlns:a16="http://schemas.microsoft.com/office/drawing/2014/main" id="{6A7B5D61-B5AC-4001-8E40-1CD70C32A0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671"/>
          <a:stretch>
            <a:fillRect/>
          </a:stretch>
        </p:blipFill>
        <p:spPr>
          <a:xfrm>
            <a:off x="1" y="3557055"/>
            <a:ext cx="11821795" cy="7591423"/>
          </a:xfrm>
          <a:prstGeom prst="rect">
            <a:avLst/>
          </a:prstGeom>
        </p:spPr>
      </p:pic>
      <p:sp>
        <p:nvSpPr>
          <p:cNvPr id="18" name="object 15">
            <a:extLst>
              <a:ext uri="{FF2B5EF4-FFF2-40B4-BE49-F238E27FC236}">
                <a16:creationId xmlns:a16="http://schemas.microsoft.com/office/drawing/2014/main" id="{56203D59-FB34-46B1-BABB-15761850B6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4" y="984549"/>
            <a:ext cx="14105583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MODELO RELACIONAL</a:t>
            </a:r>
            <a:br>
              <a:rPr lang="pt-BR" sz="4950" b="1" spc="-15" dirty="0">
                <a:latin typeface="Montserrat ExtraBold"/>
                <a:cs typeface="Montserrat ExtraBold"/>
              </a:rPr>
            </a:br>
            <a:r>
              <a:rPr lang="pt-BR" sz="4400" spc="-25" dirty="0">
                <a:latin typeface="Montserrat"/>
                <a:cs typeface="Montserrat ExtraBold"/>
              </a:rPr>
              <a:t>Mas a final, o que é uma tabela?</a:t>
            </a:r>
            <a:endParaRPr sz="4950" dirty="0">
              <a:latin typeface="Montserrat"/>
              <a:cs typeface="Montserrat"/>
            </a:endParaRPr>
          </a:p>
        </p:txBody>
      </p:sp>
      <p:pic>
        <p:nvPicPr>
          <p:cNvPr id="19" name="Imagem 18" descr="phpMyAdmin">
            <a:extLst>
              <a:ext uri="{FF2B5EF4-FFF2-40B4-BE49-F238E27FC236}">
                <a16:creationId xmlns:a16="http://schemas.microsoft.com/office/drawing/2014/main" id="{9DD073ED-9227-5182-5288-A861B2ABC0E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589" b="982"/>
          <a:stretch>
            <a:fillRect/>
          </a:stretch>
        </p:blipFill>
        <p:spPr>
          <a:xfrm>
            <a:off x="-42" y="3560101"/>
            <a:ext cx="11821795" cy="758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61800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89CEE61-8F85-0C88-FA17-C8C4A8A2D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F6BEF78-0A3C-890C-8557-64D036645A6F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3A7D997-B677-6F72-2ACD-98BA9853B2B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A5BE68A-F10C-F1C9-E960-A4003539FD28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6E5803C-3BC4-A705-AFB5-7AB6148CDBCF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4A1B5A4-5234-284E-A66C-8390F8A7085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231697B-3A59-AD6A-5B15-92F367E1AF56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5">
            <a:extLst>
              <a:ext uri="{FF2B5EF4-FFF2-40B4-BE49-F238E27FC236}">
                <a16:creationId xmlns:a16="http://schemas.microsoft.com/office/drawing/2014/main" id="{2F5315C1-BDD2-1F79-FF12-45CAA8893A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4" y="984549"/>
            <a:ext cx="14105583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MODELO RELACIONAL</a:t>
            </a:r>
            <a:br>
              <a:rPr lang="pt-BR" sz="4950" b="1" spc="-15" dirty="0">
                <a:latin typeface="Montserrat ExtraBold"/>
                <a:cs typeface="Montserrat ExtraBold"/>
              </a:rPr>
            </a:br>
            <a:r>
              <a:rPr lang="pt-BR" sz="4400" spc="-25" dirty="0">
                <a:latin typeface="Montserrat"/>
                <a:cs typeface="Montserrat ExtraBold"/>
              </a:rPr>
              <a:t>Exemplo de Tabela</a:t>
            </a:r>
            <a:endParaRPr sz="4950" dirty="0">
              <a:latin typeface="Montserrat"/>
              <a:cs typeface="Montserrat"/>
            </a:endParaRPr>
          </a:p>
        </p:txBody>
      </p:sp>
      <p:pic>
        <p:nvPicPr>
          <p:cNvPr id="13" name="Imagem 12" descr="Gerenciamento do Site - Usuários do WordPress - Kinsta® Docs">
            <a:extLst>
              <a:ext uri="{FF2B5EF4-FFF2-40B4-BE49-F238E27FC236}">
                <a16:creationId xmlns:a16="http://schemas.microsoft.com/office/drawing/2014/main" id="{F5A1DA89-004C-BA16-F3FC-5A1B96E5F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50" y="2817669"/>
            <a:ext cx="18510042" cy="7104206"/>
          </a:xfrm>
          <a:prstGeom prst="rect">
            <a:avLst/>
          </a:prstGeom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7EEFE2A4-52AE-3F88-9D9C-6C72DD0DE773}"/>
              </a:ext>
            </a:extLst>
          </p:cNvPr>
          <p:cNvSpPr/>
          <p:nvPr/>
        </p:nvSpPr>
        <p:spPr>
          <a:xfrm>
            <a:off x="1365250" y="2987675"/>
            <a:ext cx="2057400" cy="1143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BC6DA98E-0BFC-1089-FF42-760236B43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43" y="2970083"/>
            <a:ext cx="1756707" cy="97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46910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04C2FF6-71C7-C426-76FD-255D1EFE7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456C787-31B0-AC67-F103-9D7DFACD7920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8A6DA30-BA36-66CB-84C9-3FE8BE205B79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05408FF-C190-59D4-9DB4-2D596CEBBF7E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B44525B-C31A-6F37-7DAA-3136AB1C0186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37E2F89-8909-F807-5D0F-970557C44EFC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E0A2835-7FD3-A914-04E4-110A20F91BEE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6418080-B3EA-DEE5-F9EB-582F4326DB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4" y="984549"/>
            <a:ext cx="14105583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MODELO RELACIONAL</a:t>
            </a:r>
            <a:br>
              <a:rPr lang="pt-BR" sz="4950" b="1" spc="-15" dirty="0">
                <a:latin typeface="Montserrat ExtraBold"/>
                <a:cs typeface="Montserrat ExtraBold"/>
              </a:rPr>
            </a:br>
            <a:r>
              <a:rPr lang="pt-BR" sz="4400" spc="-25" dirty="0">
                <a:latin typeface="Montserrat"/>
                <a:cs typeface="Montserrat ExtraBold"/>
              </a:rPr>
              <a:t>Definição</a:t>
            </a:r>
            <a:endParaRPr sz="4950" dirty="0">
              <a:latin typeface="Montserrat"/>
              <a:cs typeface="Montserrat"/>
            </a:endParaRPr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3AA93413-75B7-7AD7-2BB1-BC482C84C73F}"/>
              </a:ext>
            </a:extLst>
          </p:cNvPr>
          <p:cNvSpPr txBox="1">
            <a:spLocks/>
          </p:cNvSpPr>
          <p:nvPr/>
        </p:nvSpPr>
        <p:spPr>
          <a:xfrm>
            <a:off x="14576550" y="3158056"/>
            <a:ext cx="4695700" cy="4444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pt-BR" sz="4800" kern="0" spc="-15" dirty="0">
                <a:latin typeface="Montserrat" panose="020B0604020202020204" charset="0"/>
                <a:cs typeface="Montserrat ExtraBold"/>
              </a:rPr>
              <a:t>Cada </a:t>
            </a:r>
            <a:r>
              <a:rPr lang="pt-BR" sz="4800" b="1" kern="0" spc="-15" dirty="0">
                <a:latin typeface="Montserrat" panose="020B0604020202020204" charset="0"/>
                <a:cs typeface="Montserrat ExtraBold"/>
              </a:rPr>
              <a:t>linha</a:t>
            </a:r>
            <a:r>
              <a:rPr lang="pt-BR" sz="4800" kern="0" spc="-15" dirty="0">
                <a:latin typeface="Montserrat" panose="020B0604020202020204" charset="0"/>
                <a:cs typeface="Montserrat ExtraBold"/>
              </a:rPr>
              <a:t> representa um </a:t>
            </a:r>
            <a:r>
              <a:rPr lang="pt-BR" sz="4800" b="1" kern="0" spc="-15" dirty="0">
                <a:latin typeface="Montserrat" panose="020B0604020202020204" charset="0"/>
                <a:cs typeface="Montserrat ExtraBold"/>
              </a:rPr>
              <a:t>registro único</a:t>
            </a:r>
            <a:r>
              <a:rPr lang="pt-BR" sz="4800" kern="0" spc="-15" dirty="0">
                <a:latin typeface="Montserrat" panose="020B0604020202020204" charset="0"/>
                <a:cs typeface="Montserrat ExtraBold"/>
              </a:rPr>
              <a:t> (como uma pessoa ou produto).</a:t>
            </a:r>
            <a:endParaRPr lang="pt-BR" sz="4800" b="1" kern="0" spc="-15" dirty="0">
              <a:latin typeface="Montserrat" panose="020B0604020202020204" charset="0"/>
              <a:cs typeface="Montserrat ExtraBold"/>
            </a:endParaRPr>
          </a:p>
        </p:txBody>
      </p:sp>
      <p:pic>
        <p:nvPicPr>
          <p:cNvPr id="9" name="Imagem 8" descr="Gerenciamento do Site - Usuários do WordPress - Kinsta® Docs">
            <a:extLst>
              <a:ext uri="{FF2B5EF4-FFF2-40B4-BE49-F238E27FC236}">
                <a16:creationId xmlns:a16="http://schemas.microsoft.com/office/drawing/2014/main" id="{A737FF05-99A7-A300-8CE1-8F1E6D8686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79"/>
          <a:stretch>
            <a:fillRect/>
          </a:stretch>
        </p:blipFill>
        <p:spPr>
          <a:xfrm>
            <a:off x="1509064" y="3158056"/>
            <a:ext cx="12505386" cy="5774194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52C568D2-AF61-5CD8-E396-B484BFE937BC}"/>
              </a:ext>
            </a:extLst>
          </p:cNvPr>
          <p:cNvSpPr/>
          <p:nvPr/>
        </p:nvSpPr>
        <p:spPr>
          <a:xfrm>
            <a:off x="1509064" y="6111875"/>
            <a:ext cx="12505386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308261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F4A58FF-EA2E-DF59-940D-6085D8300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439D7C1-9C0A-D655-F36F-656601698250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2A1E4D4-E3D6-A777-46F0-A9E9040E0B4E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A4A27E9-754D-E9D8-D57E-77AA14529997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F4FF27B-0AD5-2BDD-5D1B-F4EA1D93B9F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7A3C646-43CD-F9FC-5149-D02AB2B89895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8EEDFAA-0690-07FF-D63B-6030E2EB582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33F454E-07DA-C2D7-AD31-2EA4F0C722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4" y="984549"/>
            <a:ext cx="14105583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MODELO RELACIONAL</a:t>
            </a:r>
            <a:br>
              <a:rPr lang="pt-BR" sz="4950" b="1" spc="-15" dirty="0">
                <a:latin typeface="Montserrat ExtraBold"/>
                <a:cs typeface="Montserrat ExtraBold"/>
              </a:rPr>
            </a:br>
            <a:r>
              <a:rPr lang="pt-BR" sz="4400" spc="-25" dirty="0">
                <a:latin typeface="Montserrat"/>
                <a:cs typeface="Montserrat ExtraBold"/>
              </a:rPr>
              <a:t>Definição</a:t>
            </a:r>
            <a:endParaRPr sz="4950" dirty="0">
              <a:latin typeface="Montserrat"/>
              <a:cs typeface="Montserrat"/>
            </a:endParaRPr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92AECBB9-92DC-69D6-AEEF-73E58ECEE532}"/>
              </a:ext>
            </a:extLst>
          </p:cNvPr>
          <p:cNvSpPr txBox="1">
            <a:spLocks/>
          </p:cNvSpPr>
          <p:nvPr/>
        </p:nvSpPr>
        <p:spPr>
          <a:xfrm>
            <a:off x="14576550" y="3158056"/>
            <a:ext cx="4695700" cy="4444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pt-BR" sz="4800" kern="0" spc="-15" dirty="0">
                <a:latin typeface="Montserrat" panose="020B0604020202020204" charset="0"/>
                <a:cs typeface="Montserrat ExtraBold"/>
              </a:rPr>
              <a:t>Cada </a:t>
            </a:r>
            <a:r>
              <a:rPr lang="pt-BR" sz="4800" b="1" kern="0" spc="-15" dirty="0">
                <a:latin typeface="Montserrat" panose="020B0604020202020204" charset="0"/>
                <a:cs typeface="Montserrat ExtraBold"/>
              </a:rPr>
              <a:t>coluna</a:t>
            </a:r>
            <a:r>
              <a:rPr lang="pt-BR" sz="4800" kern="0" spc="-15" dirty="0">
                <a:latin typeface="Montserrat" panose="020B0604020202020204" charset="0"/>
                <a:cs typeface="Montserrat ExtraBold"/>
              </a:rPr>
              <a:t> representa um </a:t>
            </a:r>
            <a:r>
              <a:rPr lang="pt-BR" sz="4800" b="1" kern="0" spc="-15" dirty="0">
                <a:latin typeface="Montserrat" panose="020B0604020202020204" charset="0"/>
                <a:cs typeface="Montserrat ExtraBold"/>
              </a:rPr>
              <a:t>detalhe</a:t>
            </a:r>
            <a:r>
              <a:rPr lang="pt-BR" sz="4800" kern="0" spc="-15" dirty="0">
                <a:latin typeface="Montserrat" panose="020B0604020202020204" charset="0"/>
                <a:cs typeface="Montserrat ExtraBold"/>
              </a:rPr>
              <a:t> desse </a:t>
            </a:r>
            <a:r>
              <a:rPr lang="pt-BR" sz="4800" b="1" kern="0" spc="-15" dirty="0">
                <a:latin typeface="Montserrat" panose="020B0604020202020204" charset="0"/>
                <a:cs typeface="Montserrat ExtraBold"/>
              </a:rPr>
              <a:t>registro</a:t>
            </a:r>
            <a:r>
              <a:rPr lang="pt-BR" sz="4800" kern="0" spc="-15" dirty="0">
                <a:latin typeface="Montserrat" panose="020B0604020202020204" charset="0"/>
                <a:cs typeface="Montserrat ExtraBold"/>
              </a:rPr>
              <a:t> (como nome ou preço).</a:t>
            </a:r>
            <a:endParaRPr lang="pt-BR" sz="4800" b="1" kern="0" spc="-15" dirty="0">
              <a:latin typeface="Montserrat" panose="020B0604020202020204" charset="0"/>
              <a:cs typeface="Montserrat ExtraBold"/>
            </a:endParaRPr>
          </a:p>
        </p:txBody>
      </p:sp>
      <p:pic>
        <p:nvPicPr>
          <p:cNvPr id="9" name="Imagem 8" descr="Gerenciamento do Site - Usuários do WordPress - Kinsta® Docs">
            <a:extLst>
              <a:ext uri="{FF2B5EF4-FFF2-40B4-BE49-F238E27FC236}">
                <a16:creationId xmlns:a16="http://schemas.microsoft.com/office/drawing/2014/main" id="{23FAADDD-7170-91EB-07C5-228DC2DCBC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79"/>
          <a:stretch>
            <a:fillRect/>
          </a:stretch>
        </p:blipFill>
        <p:spPr>
          <a:xfrm>
            <a:off x="1509064" y="3158056"/>
            <a:ext cx="12505386" cy="5774194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CA2CF32F-BDA4-88FF-68DB-874BACACBABE}"/>
              </a:ext>
            </a:extLst>
          </p:cNvPr>
          <p:cNvSpPr/>
          <p:nvPr/>
        </p:nvSpPr>
        <p:spPr>
          <a:xfrm>
            <a:off x="4108450" y="5807075"/>
            <a:ext cx="533400" cy="12954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982995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Imagem 78" descr="Tudo sobre a carreira de DBA (Administrador de Banco de Dados)">
            <a:extLst>
              <a:ext uri="{FF2B5EF4-FFF2-40B4-BE49-F238E27FC236}">
                <a16:creationId xmlns:a16="http://schemas.microsoft.com/office/drawing/2014/main" id="{2D48653B-ACE0-CC75-22A7-BB78D23D55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r="18170"/>
          <a:stretch>
            <a:fillRect/>
          </a:stretch>
        </p:blipFill>
        <p:spPr>
          <a:xfrm>
            <a:off x="0" y="-1"/>
            <a:ext cx="14313700" cy="11151075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15364003" y="9319087"/>
            <a:ext cx="3693160" cy="942975"/>
            <a:chOff x="15364003" y="9319087"/>
            <a:chExt cx="3693160" cy="942975"/>
          </a:xfrm>
        </p:grpSpPr>
        <p:sp>
          <p:nvSpPr>
            <p:cNvPr id="3" name="object 3"/>
            <p:cNvSpPr/>
            <p:nvPr/>
          </p:nvSpPr>
          <p:spPr>
            <a:xfrm>
              <a:off x="15364066" y="9319087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364003" y="9439611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4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4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4">
                  <a:moveTo>
                    <a:pt x="198348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53"/>
                  </a:lnTo>
                  <a:close/>
                </a:path>
                <a:path w="3693159" h="700404">
                  <a:moveTo>
                    <a:pt x="198348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56"/>
                  </a:lnTo>
                  <a:close/>
                </a:path>
                <a:path w="3693159" h="700404">
                  <a:moveTo>
                    <a:pt x="198348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802"/>
                  </a:lnTo>
                  <a:close/>
                </a:path>
                <a:path w="3693159" h="700404">
                  <a:moveTo>
                    <a:pt x="908519" y="161366"/>
                  </a:moveTo>
                  <a:lnTo>
                    <a:pt x="906360" y="130302"/>
                  </a:lnTo>
                  <a:lnTo>
                    <a:pt x="905611" y="119291"/>
                  </a:lnTo>
                  <a:lnTo>
                    <a:pt x="892365" y="84518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17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19"/>
                  </a:lnTo>
                  <a:lnTo>
                    <a:pt x="452539" y="52793"/>
                  </a:lnTo>
                  <a:lnTo>
                    <a:pt x="416775" y="79565"/>
                  </a:lnTo>
                  <a:lnTo>
                    <a:pt x="386105" y="113106"/>
                  </a:lnTo>
                  <a:lnTo>
                    <a:pt x="361505" y="154025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47"/>
                  </a:lnTo>
                  <a:lnTo>
                    <a:pt x="410464" y="366712"/>
                  </a:lnTo>
                  <a:lnTo>
                    <a:pt x="460248" y="387235"/>
                  </a:lnTo>
                  <a:lnTo>
                    <a:pt x="508927" y="402196"/>
                  </a:lnTo>
                  <a:lnTo>
                    <a:pt x="594918" y="424522"/>
                  </a:lnTo>
                  <a:lnTo>
                    <a:pt x="628230" y="436435"/>
                  </a:lnTo>
                  <a:lnTo>
                    <a:pt x="652437" y="451904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901"/>
                  </a:lnTo>
                  <a:lnTo>
                    <a:pt x="622058" y="552831"/>
                  </a:lnTo>
                  <a:lnTo>
                    <a:pt x="587781" y="565391"/>
                  </a:lnTo>
                  <a:lnTo>
                    <a:pt x="553491" y="569569"/>
                  </a:lnTo>
                  <a:lnTo>
                    <a:pt x="508863" y="563206"/>
                  </a:lnTo>
                  <a:lnTo>
                    <a:pt x="477088" y="544449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101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31"/>
                  </a:lnTo>
                  <a:lnTo>
                    <a:pt x="425462" y="692277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89"/>
                  </a:lnTo>
                  <a:lnTo>
                    <a:pt x="829360" y="569569"/>
                  </a:lnTo>
                  <a:lnTo>
                    <a:pt x="848944" y="535825"/>
                  </a:lnTo>
                  <a:lnTo>
                    <a:pt x="863396" y="491413"/>
                  </a:lnTo>
                  <a:lnTo>
                    <a:pt x="869175" y="436968"/>
                  </a:lnTo>
                  <a:lnTo>
                    <a:pt x="862241" y="393585"/>
                  </a:lnTo>
                  <a:lnTo>
                    <a:pt x="844702" y="359727"/>
                  </a:lnTo>
                  <a:lnTo>
                    <a:pt x="786168" y="314401"/>
                  </a:lnTo>
                  <a:lnTo>
                    <a:pt x="749376" y="299821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18"/>
                  </a:lnTo>
                  <a:lnTo>
                    <a:pt x="566496" y="244424"/>
                  </a:lnTo>
                  <a:lnTo>
                    <a:pt x="545185" y="222923"/>
                  </a:lnTo>
                  <a:lnTo>
                    <a:pt x="541693" y="191719"/>
                  </a:lnTo>
                  <a:lnTo>
                    <a:pt x="553224" y="167982"/>
                  </a:lnTo>
                  <a:lnTo>
                    <a:pt x="574852" y="148437"/>
                  </a:lnTo>
                  <a:lnTo>
                    <a:pt x="603161" y="135178"/>
                  </a:lnTo>
                  <a:lnTo>
                    <a:pt x="634758" y="130302"/>
                  </a:lnTo>
                  <a:lnTo>
                    <a:pt x="656818" y="131686"/>
                  </a:lnTo>
                  <a:lnTo>
                    <a:pt x="701903" y="151726"/>
                  </a:lnTo>
                  <a:lnTo>
                    <a:pt x="716381" y="192938"/>
                  </a:lnTo>
                  <a:lnTo>
                    <a:pt x="713574" y="211264"/>
                  </a:lnTo>
                  <a:lnTo>
                    <a:pt x="899693" y="211264"/>
                  </a:lnTo>
                  <a:lnTo>
                    <a:pt x="908519" y="161366"/>
                  </a:lnTo>
                  <a:close/>
                </a:path>
                <a:path w="3693159" h="700404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39"/>
                  </a:lnTo>
                  <a:lnTo>
                    <a:pt x="1438135" y="685939"/>
                  </a:lnTo>
                  <a:lnTo>
                    <a:pt x="1465884" y="555612"/>
                  </a:lnTo>
                  <a:lnTo>
                    <a:pt x="1140129" y="555612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68"/>
                  </a:lnTo>
                  <a:lnTo>
                    <a:pt x="1197978" y="282968"/>
                  </a:lnTo>
                  <a:lnTo>
                    <a:pt x="1227455" y="144246"/>
                  </a:lnTo>
                  <a:lnTo>
                    <a:pt x="1553210" y="144246"/>
                  </a:lnTo>
                  <a:lnTo>
                    <a:pt x="1580972" y="13944"/>
                  </a:lnTo>
                  <a:close/>
                </a:path>
                <a:path w="3693159" h="700404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87"/>
                  </a:lnTo>
                  <a:lnTo>
                    <a:pt x="2065553" y="514692"/>
                  </a:lnTo>
                  <a:lnTo>
                    <a:pt x="1984070" y="171284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39"/>
                  </a:lnTo>
                  <a:lnTo>
                    <a:pt x="1710817" y="685939"/>
                  </a:lnTo>
                  <a:lnTo>
                    <a:pt x="1820189" y="171284"/>
                  </a:lnTo>
                  <a:lnTo>
                    <a:pt x="1822030" y="171284"/>
                  </a:lnTo>
                  <a:lnTo>
                    <a:pt x="1940687" y="685939"/>
                  </a:lnTo>
                  <a:lnTo>
                    <a:pt x="2198497" y="685939"/>
                  </a:lnTo>
                  <a:lnTo>
                    <a:pt x="2234895" y="514692"/>
                  </a:lnTo>
                  <a:lnTo>
                    <a:pt x="2341346" y="13944"/>
                  </a:lnTo>
                  <a:close/>
                </a:path>
                <a:path w="3693159" h="700404">
                  <a:moveTo>
                    <a:pt x="3024949" y="685939"/>
                  </a:moveTo>
                  <a:lnTo>
                    <a:pt x="3001048" y="554697"/>
                  </a:lnTo>
                  <a:lnTo>
                    <a:pt x="2977324" y="424408"/>
                  </a:lnTo>
                  <a:lnTo>
                    <a:pt x="2926461" y="145161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408"/>
                  </a:lnTo>
                  <a:lnTo>
                    <a:pt x="2600248" y="424408"/>
                  </a:lnTo>
                  <a:lnTo>
                    <a:pt x="2750858" y="145161"/>
                  </a:lnTo>
                  <a:lnTo>
                    <a:pt x="2753639" y="145161"/>
                  </a:lnTo>
                  <a:lnTo>
                    <a:pt x="2779877" y="424408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39"/>
                  </a:lnTo>
                  <a:lnTo>
                    <a:pt x="2453513" y="685939"/>
                  </a:lnTo>
                  <a:lnTo>
                    <a:pt x="2525153" y="554697"/>
                  </a:lnTo>
                  <a:lnTo>
                    <a:pt x="2797873" y="554697"/>
                  </a:lnTo>
                  <a:lnTo>
                    <a:pt x="2814612" y="685939"/>
                  </a:lnTo>
                  <a:lnTo>
                    <a:pt x="3024949" y="685939"/>
                  </a:lnTo>
                  <a:close/>
                </a:path>
                <a:path w="3693159" h="700404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39"/>
                  </a:lnTo>
                  <a:lnTo>
                    <a:pt x="3281819" y="685939"/>
                  </a:lnTo>
                  <a:lnTo>
                    <a:pt x="3424669" y="13944"/>
                  </a:lnTo>
                  <a:close/>
                </a:path>
                <a:path w="3693159" h="700404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4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4">
                  <a:moveTo>
                    <a:pt x="3692918" y="337553"/>
                  </a:moveTo>
                  <a:lnTo>
                    <a:pt x="3494570" y="337553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53"/>
                  </a:lnTo>
                  <a:close/>
                </a:path>
                <a:path w="3693159" h="700404">
                  <a:moveTo>
                    <a:pt x="3692918" y="175056"/>
                  </a:moveTo>
                  <a:lnTo>
                    <a:pt x="3494570" y="175056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56"/>
                  </a:lnTo>
                  <a:close/>
                </a:path>
                <a:path w="3693159" h="700404">
                  <a:moveTo>
                    <a:pt x="3692918" y="16802"/>
                  </a:moveTo>
                  <a:lnTo>
                    <a:pt x="3494570" y="16802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7957569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219340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481112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742885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004657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266428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528201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789973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957569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219340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481112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742885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004657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266428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528201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789973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7957569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219340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8481112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742885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004657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266428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528201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789973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7957569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8219340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8481112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8742885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9004657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9266428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9528201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9789973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7957569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8219340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8481112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8742885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9004657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9266428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9528201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9789973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7957569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8219340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8481112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8742885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9004657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9266428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9528201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9789973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7957569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8219340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8481112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8742885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9004657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9266428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9528201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9789973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7957569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8219340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8481112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8742885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9004657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9266428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9528201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9789973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395174" y="7776085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29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>
            <a:spLocks noGrp="1"/>
          </p:cNvSpPr>
          <p:nvPr>
            <p:ph type="title"/>
          </p:nvPr>
        </p:nvSpPr>
        <p:spPr>
          <a:xfrm>
            <a:off x="3293944" y="2676671"/>
            <a:ext cx="15710713" cy="425949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95"/>
              </a:spcBef>
            </a:pPr>
            <a:r>
              <a:rPr lang="pt-BR" sz="13800" spc="10" dirty="0">
                <a:solidFill>
                  <a:srgbClr val="FFFFFF"/>
                </a:solidFill>
              </a:rPr>
              <a:t>DICIONÁRIO DE</a:t>
            </a:r>
            <a:br>
              <a:rPr lang="pt-BR" sz="13800" spc="10" dirty="0">
                <a:solidFill>
                  <a:srgbClr val="FFFFFF"/>
                </a:solidFill>
              </a:rPr>
            </a:br>
            <a:r>
              <a:rPr lang="pt-BR" sz="13800" b="1" spc="10" dirty="0">
                <a:solidFill>
                  <a:srgbClr val="FFFFFF"/>
                </a:solidFill>
                <a:latin typeface="Montserrat ExtraBold"/>
              </a:rPr>
              <a:t>DADOS</a:t>
            </a:r>
            <a:endParaRPr sz="13800" dirty="0">
              <a:latin typeface="Montserrat ExtraBold"/>
              <a:cs typeface="Montserrat ExtraBold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3412281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2623F22-6009-F7EB-F780-8358FA348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CB64152-02C7-6AFD-60E4-2D2ECE7E939D}"/>
              </a:ext>
            </a:extLst>
          </p:cNvPr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EBC44A9-4A0E-4936-F025-4A84D728758B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51BD462-396C-5DB6-6318-79A9AC01D400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87388B1-B8E7-D646-5968-C96F1D44BEA3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AA80FD4-0B6E-D982-3735-27CB208398D7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B6C41403-43A5-3629-E77A-17D72A084695}"/>
              </a:ext>
            </a:extLst>
          </p:cNvPr>
          <p:cNvGrpSpPr/>
          <p:nvPr/>
        </p:nvGrpSpPr>
        <p:grpSpPr>
          <a:xfrm>
            <a:off x="0" y="2774784"/>
            <a:ext cx="20104100" cy="8534188"/>
            <a:chOff x="0" y="2774784"/>
            <a:chExt cx="20104100" cy="8534188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982D73D4-28DA-2043-F794-B6D4F380B108}"/>
                </a:ext>
              </a:extLst>
            </p:cNvPr>
            <p:cNvSpPr/>
            <p:nvPr/>
          </p:nvSpPr>
          <p:spPr>
            <a:xfrm>
              <a:off x="0" y="8167290"/>
              <a:ext cx="20104100" cy="2984500"/>
            </a:xfrm>
            <a:custGeom>
              <a:avLst/>
              <a:gdLst/>
              <a:ahLst/>
              <a:cxnLst/>
              <a:rect l="l" t="t" r="r" b="b"/>
              <a:pathLst>
                <a:path w="20104100" h="2984500">
                  <a:moveTo>
                    <a:pt x="0" y="2984202"/>
                  </a:moveTo>
                  <a:lnTo>
                    <a:pt x="20104099" y="298420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984202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508A3711-5A8E-6652-54A1-A9C1A695CDD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36313" y="2774784"/>
              <a:ext cx="8806014" cy="8533771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C2CEBEFA-5905-B925-990B-45F0BC664AE6}"/>
                </a:ext>
              </a:extLst>
            </p:cNvPr>
            <p:cNvSpPr/>
            <p:nvPr/>
          </p:nvSpPr>
          <p:spPr>
            <a:xfrm>
              <a:off x="11821838" y="3560101"/>
              <a:ext cx="7235190" cy="7591425"/>
            </a:xfrm>
            <a:custGeom>
              <a:avLst/>
              <a:gdLst/>
              <a:ahLst/>
              <a:cxnLst/>
              <a:rect l="l" t="t" r="r" b="b"/>
              <a:pathLst>
                <a:path w="7235190" h="7591425">
                  <a:moveTo>
                    <a:pt x="0" y="7591391"/>
                  </a:moveTo>
                  <a:lnTo>
                    <a:pt x="7235172" y="7591391"/>
                  </a:lnTo>
                  <a:lnTo>
                    <a:pt x="7235172" y="0"/>
                  </a:lnTo>
                  <a:lnTo>
                    <a:pt x="0" y="0"/>
                  </a:lnTo>
                  <a:lnTo>
                    <a:pt x="0" y="759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CB71F584-DD6B-0D84-FBE8-274BAD1EC123}"/>
                </a:ext>
              </a:extLst>
            </p:cNvPr>
            <p:cNvSpPr/>
            <p:nvPr/>
          </p:nvSpPr>
          <p:spPr>
            <a:xfrm>
              <a:off x="19266420" y="3560108"/>
              <a:ext cx="575945" cy="1885314"/>
            </a:xfrm>
            <a:custGeom>
              <a:avLst/>
              <a:gdLst/>
              <a:ahLst/>
              <a:cxnLst/>
              <a:rect l="l" t="t" r="r" b="b"/>
              <a:pathLst>
                <a:path w="575944" h="1885314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64"/>
                  </a:lnTo>
                  <a:lnTo>
                    <a:pt x="36372" y="1834464"/>
                  </a:lnTo>
                  <a:lnTo>
                    <a:pt x="26174" y="1832406"/>
                  </a:lnTo>
                  <a:lnTo>
                    <a:pt x="15989" y="1834464"/>
                  </a:lnTo>
                  <a:lnTo>
                    <a:pt x="7670" y="1840064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66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74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66"/>
                  </a:lnTo>
                  <a:lnTo>
                    <a:pt x="52362" y="1858581"/>
                  </a:lnTo>
                  <a:close/>
                </a:path>
                <a:path w="575944" h="1885314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292"/>
                  </a:lnTo>
                  <a:lnTo>
                    <a:pt x="36372" y="1572691"/>
                  </a:lnTo>
                  <a:lnTo>
                    <a:pt x="26174" y="1570634"/>
                  </a:lnTo>
                  <a:lnTo>
                    <a:pt x="15989" y="1572691"/>
                  </a:lnTo>
                  <a:lnTo>
                    <a:pt x="7670" y="1578292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6994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74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6994"/>
                  </a:lnTo>
                  <a:lnTo>
                    <a:pt x="52362" y="1596809"/>
                  </a:lnTo>
                  <a:close/>
                </a:path>
                <a:path w="575944" h="1885314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20"/>
                  </a:lnTo>
                  <a:lnTo>
                    <a:pt x="36372" y="1310919"/>
                  </a:lnTo>
                  <a:lnTo>
                    <a:pt x="26174" y="1308862"/>
                  </a:lnTo>
                  <a:lnTo>
                    <a:pt x="15989" y="1310919"/>
                  </a:lnTo>
                  <a:lnTo>
                    <a:pt x="7670" y="1316520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22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74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22"/>
                  </a:lnTo>
                  <a:lnTo>
                    <a:pt x="52362" y="1335036"/>
                  </a:lnTo>
                  <a:close/>
                </a:path>
                <a:path w="575944" h="1885314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47"/>
                  </a:lnTo>
                  <a:lnTo>
                    <a:pt x="36372" y="1049147"/>
                  </a:lnTo>
                  <a:lnTo>
                    <a:pt x="26174" y="1047089"/>
                  </a:lnTo>
                  <a:lnTo>
                    <a:pt x="15989" y="1049147"/>
                  </a:lnTo>
                  <a:lnTo>
                    <a:pt x="7670" y="1054747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49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74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49"/>
                  </a:lnTo>
                  <a:lnTo>
                    <a:pt x="52362" y="1073264"/>
                  </a:lnTo>
                  <a:close/>
                </a:path>
                <a:path w="575944" h="1885314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75"/>
                  </a:lnTo>
                  <a:lnTo>
                    <a:pt x="36372" y="787374"/>
                  </a:lnTo>
                  <a:lnTo>
                    <a:pt x="26174" y="785317"/>
                  </a:lnTo>
                  <a:lnTo>
                    <a:pt x="15989" y="787374"/>
                  </a:lnTo>
                  <a:lnTo>
                    <a:pt x="7670" y="792975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77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74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77"/>
                  </a:lnTo>
                  <a:lnTo>
                    <a:pt x="52362" y="811491"/>
                  </a:lnTo>
                  <a:close/>
                </a:path>
                <a:path w="575944" h="1885314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02"/>
                  </a:lnTo>
                  <a:lnTo>
                    <a:pt x="36372" y="525602"/>
                  </a:lnTo>
                  <a:lnTo>
                    <a:pt x="26174" y="523544"/>
                  </a:lnTo>
                  <a:lnTo>
                    <a:pt x="15989" y="525602"/>
                  </a:lnTo>
                  <a:lnTo>
                    <a:pt x="7670" y="531202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04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74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04"/>
                  </a:lnTo>
                  <a:lnTo>
                    <a:pt x="52362" y="549719"/>
                  </a:lnTo>
                  <a:close/>
                </a:path>
                <a:path w="575944" h="1885314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74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64"/>
                  </a:lnTo>
                  <a:lnTo>
                    <a:pt x="26174" y="314121"/>
                  </a:lnTo>
                  <a:lnTo>
                    <a:pt x="36372" y="312064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575944" h="1885314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74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74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575944" h="1885314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64"/>
                  </a:lnTo>
                  <a:lnTo>
                    <a:pt x="298145" y="1834464"/>
                  </a:lnTo>
                  <a:lnTo>
                    <a:pt x="287947" y="1832406"/>
                  </a:lnTo>
                  <a:lnTo>
                    <a:pt x="277761" y="1834464"/>
                  </a:lnTo>
                  <a:lnTo>
                    <a:pt x="269443" y="1840064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66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47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66"/>
                  </a:lnTo>
                  <a:lnTo>
                    <a:pt x="314134" y="1858581"/>
                  </a:lnTo>
                  <a:close/>
                </a:path>
                <a:path w="575944" h="1885314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292"/>
                  </a:lnTo>
                  <a:lnTo>
                    <a:pt x="298145" y="1572691"/>
                  </a:lnTo>
                  <a:lnTo>
                    <a:pt x="287947" y="1570634"/>
                  </a:lnTo>
                  <a:lnTo>
                    <a:pt x="277761" y="1572691"/>
                  </a:lnTo>
                  <a:lnTo>
                    <a:pt x="269443" y="1578292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6994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47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6994"/>
                  </a:lnTo>
                  <a:lnTo>
                    <a:pt x="314134" y="1596809"/>
                  </a:lnTo>
                  <a:close/>
                </a:path>
                <a:path w="575944" h="1885314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20"/>
                  </a:lnTo>
                  <a:lnTo>
                    <a:pt x="298145" y="1310919"/>
                  </a:lnTo>
                  <a:lnTo>
                    <a:pt x="287947" y="1308862"/>
                  </a:lnTo>
                  <a:lnTo>
                    <a:pt x="277761" y="1310919"/>
                  </a:lnTo>
                  <a:lnTo>
                    <a:pt x="269443" y="1316520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22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47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22"/>
                  </a:lnTo>
                  <a:lnTo>
                    <a:pt x="314134" y="1335036"/>
                  </a:lnTo>
                  <a:close/>
                </a:path>
                <a:path w="575944" h="1885314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47"/>
                  </a:lnTo>
                  <a:lnTo>
                    <a:pt x="298145" y="1049147"/>
                  </a:lnTo>
                  <a:lnTo>
                    <a:pt x="287947" y="1047089"/>
                  </a:lnTo>
                  <a:lnTo>
                    <a:pt x="277761" y="1049147"/>
                  </a:lnTo>
                  <a:lnTo>
                    <a:pt x="269443" y="1054747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49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47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49"/>
                  </a:lnTo>
                  <a:lnTo>
                    <a:pt x="314134" y="1073264"/>
                  </a:lnTo>
                  <a:close/>
                </a:path>
                <a:path w="575944" h="1885314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75"/>
                  </a:lnTo>
                  <a:lnTo>
                    <a:pt x="298145" y="787374"/>
                  </a:lnTo>
                  <a:lnTo>
                    <a:pt x="287947" y="785317"/>
                  </a:lnTo>
                  <a:lnTo>
                    <a:pt x="277761" y="787374"/>
                  </a:lnTo>
                  <a:lnTo>
                    <a:pt x="269443" y="792975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77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47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77"/>
                  </a:lnTo>
                  <a:lnTo>
                    <a:pt x="314134" y="811491"/>
                  </a:lnTo>
                  <a:close/>
                </a:path>
                <a:path w="575944" h="1885314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02"/>
                  </a:lnTo>
                  <a:lnTo>
                    <a:pt x="298145" y="525602"/>
                  </a:lnTo>
                  <a:lnTo>
                    <a:pt x="287947" y="523544"/>
                  </a:lnTo>
                  <a:lnTo>
                    <a:pt x="277761" y="525602"/>
                  </a:lnTo>
                  <a:lnTo>
                    <a:pt x="269443" y="531202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04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47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04"/>
                  </a:lnTo>
                  <a:lnTo>
                    <a:pt x="314134" y="549719"/>
                  </a:lnTo>
                  <a:close/>
                </a:path>
                <a:path w="575944" h="1885314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47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64"/>
                  </a:lnTo>
                  <a:lnTo>
                    <a:pt x="287947" y="314121"/>
                  </a:lnTo>
                  <a:lnTo>
                    <a:pt x="298145" y="312064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575944" h="1885314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47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292"/>
                  </a:lnTo>
                  <a:lnTo>
                    <a:pt x="287947" y="52349"/>
                  </a:lnTo>
                  <a:lnTo>
                    <a:pt x="298145" y="50292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575944" h="1885314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64"/>
                  </a:lnTo>
                  <a:lnTo>
                    <a:pt x="559917" y="1834464"/>
                  </a:lnTo>
                  <a:lnTo>
                    <a:pt x="549719" y="1832406"/>
                  </a:lnTo>
                  <a:lnTo>
                    <a:pt x="539534" y="1834464"/>
                  </a:lnTo>
                  <a:lnTo>
                    <a:pt x="531215" y="1840064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66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19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66"/>
                  </a:lnTo>
                  <a:lnTo>
                    <a:pt x="575906" y="1858581"/>
                  </a:lnTo>
                  <a:close/>
                </a:path>
                <a:path w="575944" h="1885314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292"/>
                  </a:lnTo>
                  <a:lnTo>
                    <a:pt x="559917" y="1572691"/>
                  </a:lnTo>
                  <a:lnTo>
                    <a:pt x="549719" y="1570634"/>
                  </a:lnTo>
                  <a:lnTo>
                    <a:pt x="539534" y="1572691"/>
                  </a:lnTo>
                  <a:lnTo>
                    <a:pt x="531215" y="1578292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6994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19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6994"/>
                  </a:lnTo>
                  <a:lnTo>
                    <a:pt x="575906" y="1596809"/>
                  </a:lnTo>
                  <a:close/>
                </a:path>
                <a:path w="575944" h="1885314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20"/>
                  </a:lnTo>
                  <a:lnTo>
                    <a:pt x="559917" y="1310919"/>
                  </a:lnTo>
                  <a:lnTo>
                    <a:pt x="549719" y="1308862"/>
                  </a:lnTo>
                  <a:lnTo>
                    <a:pt x="539534" y="1310919"/>
                  </a:lnTo>
                  <a:lnTo>
                    <a:pt x="531215" y="1316520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22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19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22"/>
                  </a:lnTo>
                  <a:lnTo>
                    <a:pt x="575906" y="1335036"/>
                  </a:lnTo>
                  <a:close/>
                </a:path>
                <a:path w="575944" h="1885314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47"/>
                  </a:lnTo>
                  <a:lnTo>
                    <a:pt x="559917" y="1049147"/>
                  </a:lnTo>
                  <a:lnTo>
                    <a:pt x="549719" y="1047089"/>
                  </a:lnTo>
                  <a:lnTo>
                    <a:pt x="539534" y="1049147"/>
                  </a:lnTo>
                  <a:lnTo>
                    <a:pt x="531215" y="1054747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49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19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49"/>
                  </a:lnTo>
                  <a:lnTo>
                    <a:pt x="575906" y="1073264"/>
                  </a:lnTo>
                  <a:close/>
                </a:path>
                <a:path w="575944" h="1885314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75"/>
                  </a:lnTo>
                  <a:lnTo>
                    <a:pt x="559917" y="787374"/>
                  </a:lnTo>
                  <a:lnTo>
                    <a:pt x="549719" y="785317"/>
                  </a:lnTo>
                  <a:lnTo>
                    <a:pt x="539534" y="787374"/>
                  </a:lnTo>
                  <a:lnTo>
                    <a:pt x="531215" y="792975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77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19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77"/>
                  </a:lnTo>
                  <a:lnTo>
                    <a:pt x="575906" y="811491"/>
                  </a:lnTo>
                  <a:close/>
                </a:path>
                <a:path w="575944" h="1885314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02"/>
                  </a:lnTo>
                  <a:lnTo>
                    <a:pt x="559917" y="525602"/>
                  </a:lnTo>
                  <a:lnTo>
                    <a:pt x="549719" y="523544"/>
                  </a:lnTo>
                  <a:lnTo>
                    <a:pt x="539534" y="525602"/>
                  </a:lnTo>
                  <a:lnTo>
                    <a:pt x="531215" y="531202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04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19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04"/>
                  </a:lnTo>
                  <a:lnTo>
                    <a:pt x="575906" y="549719"/>
                  </a:lnTo>
                  <a:close/>
                </a:path>
                <a:path w="575944" h="1885314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19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64"/>
                  </a:lnTo>
                  <a:lnTo>
                    <a:pt x="549719" y="314121"/>
                  </a:lnTo>
                  <a:lnTo>
                    <a:pt x="559917" y="312064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575944" h="1885314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19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292"/>
                  </a:lnTo>
                  <a:lnTo>
                    <a:pt x="549719" y="52349"/>
                  </a:lnTo>
                  <a:lnTo>
                    <a:pt x="559917" y="50292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A2AFC27F-28AB-3B99-7589-493C54BCECC4}"/>
                </a:ext>
              </a:extLst>
            </p:cNvPr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E7518743-33CA-10AF-D9E1-87622AFC2940}"/>
                </a:ext>
              </a:extLst>
            </p:cNvPr>
            <p:cNvSpPr/>
            <p:nvPr/>
          </p:nvSpPr>
          <p:spPr>
            <a:xfrm>
              <a:off x="10774745" y="5654278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19EA0F07-35A5-9FBC-4F31-E1B162204A25}"/>
              </a:ext>
            </a:extLst>
          </p:cNvPr>
          <p:cNvSpPr txBox="1"/>
          <p:nvPr/>
        </p:nvSpPr>
        <p:spPr>
          <a:xfrm>
            <a:off x="12332678" y="5822120"/>
            <a:ext cx="6158865" cy="2979021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spcBef>
                <a:spcPts val="190"/>
              </a:spcBef>
            </a:pP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Um </a:t>
            </a: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dicionário de dados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 é um </a:t>
            </a: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catálogo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 ou </a:t>
            </a: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guia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 de </a:t>
            </a: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referência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 que documenta os </a:t>
            </a: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detalhes estruturais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 e o </a:t>
            </a: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significado das informações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 em um modelo de dados. 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A29203B5-BE68-0764-1304-B756A6FAEC45}"/>
              </a:ext>
            </a:extLst>
          </p:cNvPr>
          <p:cNvSpPr txBox="1"/>
          <p:nvPr/>
        </p:nvSpPr>
        <p:spPr>
          <a:xfrm>
            <a:off x="12332678" y="4098774"/>
            <a:ext cx="6158864" cy="11176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0" spc="15" dirty="0">
                <a:solidFill>
                  <a:srgbClr val="333333"/>
                </a:solidFill>
                <a:latin typeface="Montserrat Light"/>
                <a:cs typeface="Montserrat Light"/>
              </a:rPr>
              <a:t>O QUE É UM</a:t>
            </a:r>
            <a:endParaRPr lang="pt-BR" sz="3600" b="0" spc="95" dirty="0">
              <a:solidFill>
                <a:srgbClr val="333333"/>
              </a:solidFill>
              <a:latin typeface="Montserrat Light"/>
              <a:cs typeface="Montserrat Light"/>
            </a:endParaRP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DICIONÁRIO DE DADOS?</a:t>
            </a:r>
            <a:endParaRPr sz="3600" dirty="0">
              <a:latin typeface="Montserrat ExtraBold"/>
              <a:cs typeface="Montserrat ExtraBold"/>
            </a:endParaRPr>
          </a:p>
        </p:txBody>
      </p:sp>
      <p:sp>
        <p:nvSpPr>
          <p:cNvPr id="18" name="object 15">
            <a:extLst>
              <a:ext uri="{FF2B5EF4-FFF2-40B4-BE49-F238E27FC236}">
                <a16:creationId xmlns:a16="http://schemas.microsoft.com/office/drawing/2014/main" id="{E55CEC7D-24BC-C921-35E8-ACE347ADC3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4" y="984549"/>
            <a:ext cx="14105583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MODELO RELACIONAL</a:t>
            </a:r>
            <a:br>
              <a:rPr lang="pt-BR" sz="4950" b="1" spc="-15" dirty="0">
                <a:latin typeface="Montserrat ExtraBold"/>
                <a:cs typeface="Montserrat ExtraBold"/>
              </a:rPr>
            </a:br>
            <a:r>
              <a:rPr lang="pt-BR" sz="4400" spc="-25" dirty="0">
                <a:latin typeface="Montserrat"/>
                <a:cs typeface="Montserrat ExtraBold"/>
              </a:rPr>
              <a:t>DICIONÁRIO DE DADOS</a:t>
            </a:r>
            <a:endParaRPr sz="4950" dirty="0">
              <a:latin typeface="Montserrat"/>
              <a:cs typeface="Montserrat"/>
            </a:endParaRPr>
          </a:p>
        </p:txBody>
      </p:sp>
      <p:pic>
        <p:nvPicPr>
          <p:cNvPr id="12" name="Imagem 11" descr="O que é um Dicionário de Dados?">
            <a:extLst>
              <a:ext uri="{FF2B5EF4-FFF2-40B4-BE49-F238E27FC236}">
                <a16:creationId xmlns:a16="http://schemas.microsoft.com/office/drawing/2014/main" id="{CF42E51C-7459-555B-FD5B-FD239CA11D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93" r="4444"/>
          <a:stretch>
            <a:fillRect/>
          </a:stretch>
        </p:blipFill>
        <p:spPr>
          <a:xfrm>
            <a:off x="1" y="3514287"/>
            <a:ext cx="11821797" cy="767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100436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D9336-6FFC-F56D-645E-2F90C0E4E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Imagem 69" descr="Como criar banco de dados? Te mostramos aqui!">
            <a:extLst>
              <a:ext uri="{FF2B5EF4-FFF2-40B4-BE49-F238E27FC236}">
                <a16:creationId xmlns:a16="http://schemas.microsoft.com/office/drawing/2014/main" id="{2BB1E485-B873-DC2A-AD9D-5C66EFB1CC4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l="16158" r="3531"/>
          <a:stretch>
            <a:fillRect/>
          </a:stretch>
        </p:blipFill>
        <p:spPr>
          <a:xfrm>
            <a:off x="-18382" y="12763"/>
            <a:ext cx="14332082" cy="11153610"/>
          </a:xfrm>
          <a:prstGeom prst="rect">
            <a:avLst/>
          </a:prstGeom>
        </p:spPr>
      </p:pic>
      <p:grpSp>
        <p:nvGrpSpPr>
          <p:cNvPr id="2" name="object 2">
            <a:extLst>
              <a:ext uri="{FF2B5EF4-FFF2-40B4-BE49-F238E27FC236}">
                <a16:creationId xmlns:a16="http://schemas.microsoft.com/office/drawing/2014/main" id="{50781FB0-9EFF-18C6-B0EF-CDC750A3BD74}"/>
              </a:ext>
            </a:extLst>
          </p:cNvPr>
          <p:cNvGrpSpPr/>
          <p:nvPr/>
        </p:nvGrpSpPr>
        <p:grpSpPr>
          <a:xfrm>
            <a:off x="15364003" y="9319087"/>
            <a:ext cx="3693160" cy="942975"/>
            <a:chOff x="15364003" y="9319087"/>
            <a:chExt cx="3693160" cy="94297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0EEE050C-DD71-2F82-DFF7-3C5F79E75969}"/>
                </a:ext>
              </a:extLst>
            </p:cNvPr>
            <p:cNvSpPr/>
            <p:nvPr/>
          </p:nvSpPr>
          <p:spPr>
            <a:xfrm>
              <a:off x="15364066" y="9319087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EEC018B-6B6E-9A78-F5B1-CC0DE3C67D9A}"/>
                </a:ext>
              </a:extLst>
            </p:cNvPr>
            <p:cNvSpPr/>
            <p:nvPr/>
          </p:nvSpPr>
          <p:spPr>
            <a:xfrm>
              <a:off x="15364003" y="9439611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4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4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4">
                  <a:moveTo>
                    <a:pt x="198348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53"/>
                  </a:lnTo>
                  <a:close/>
                </a:path>
                <a:path w="3693159" h="700404">
                  <a:moveTo>
                    <a:pt x="198348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56"/>
                  </a:lnTo>
                  <a:close/>
                </a:path>
                <a:path w="3693159" h="700404">
                  <a:moveTo>
                    <a:pt x="198348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802"/>
                  </a:lnTo>
                  <a:close/>
                </a:path>
                <a:path w="3693159" h="700404">
                  <a:moveTo>
                    <a:pt x="908519" y="161366"/>
                  </a:moveTo>
                  <a:lnTo>
                    <a:pt x="906360" y="130302"/>
                  </a:lnTo>
                  <a:lnTo>
                    <a:pt x="905611" y="119291"/>
                  </a:lnTo>
                  <a:lnTo>
                    <a:pt x="892365" y="84518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17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19"/>
                  </a:lnTo>
                  <a:lnTo>
                    <a:pt x="452539" y="52793"/>
                  </a:lnTo>
                  <a:lnTo>
                    <a:pt x="416775" y="79565"/>
                  </a:lnTo>
                  <a:lnTo>
                    <a:pt x="386105" y="113106"/>
                  </a:lnTo>
                  <a:lnTo>
                    <a:pt x="361505" y="154025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47"/>
                  </a:lnTo>
                  <a:lnTo>
                    <a:pt x="410464" y="366712"/>
                  </a:lnTo>
                  <a:lnTo>
                    <a:pt x="460248" y="387235"/>
                  </a:lnTo>
                  <a:lnTo>
                    <a:pt x="508927" y="402196"/>
                  </a:lnTo>
                  <a:lnTo>
                    <a:pt x="594918" y="424522"/>
                  </a:lnTo>
                  <a:lnTo>
                    <a:pt x="628230" y="436435"/>
                  </a:lnTo>
                  <a:lnTo>
                    <a:pt x="652437" y="451904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901"/>
                  </a:lnTo>
                  <a:lnTo>
                    <a:pt x="622058" y="552831"/>
                  </a:lnTo>
                  <a:lnTo>
                    <a:pt x="587781" y="565391"/>
                  </a:lnTo>
                  <a:lnTo>
                    <a:pt x="553491" y="569569"/>
                  </a:lnTo>
                  <a:lnTo>
                    <a:pt x="508863" y="563206"/>
                  </a:lnTo>
                  <a:lnTo>
                    <a:pt x="477088" y="544449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101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31"/>
                  </a:lnTo>
                  <a:lnTo>
                    <a:pt x="425462" y="692277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89"/>
                  </a:lnTo>
                  <a:lnTo>
                    <a:pt x="829360" y="569569"/>
                  </a:lnTo>
                  <a:lnTo>
                    <a:pt x="848944" y="535825"/>
                  </a:lnTo>
                  <a:lnTo>
                    <a:pt x="863396" y="491413"/>
                  </a:lnTo>
                  <a:lnTo>
                    <a:pt x="869175" y="436968"/>
                  </a:lnTo>
                  <a:lnTo>
                    <a:pt x="862241" y="393585"/>
                  </a:lnTo>
                  <a:lnTo>
                    <a:pt x="844702" y="359727"/>
                  </a:lnTo>
                  <a:lnTo>
                    <a:pt x="786168" y="314401"/>
                  </a:lnTo>
                  <a:lnTo>
                    <a:pt x="749376" y="299821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18"/>
                  </a:lnTo>
                  <a:lnTo>
                    <a:pt x="566496" y="244424"/>
                  </a:lnTo>
                  <a:lnTo>
                    <a:pt x="545185" y="222923"/>
                  </a:lnTo>
                  <a:lnTo>
                    <a:pt x="541693" y="191719"/>
                  </a:lnTo>
                  <a:lnTo>
                    <a:pt x="553224" y="167982"/>
                  </a:lnTo>
                  <a:lnTo>
                    <a:pt x="574852" y="148437"/>
                  </a:lnTo>
                  <a:lnTo>
                    <a:pt x="603161" y="135178"/>
                  </a:lnTo>
                  <a:lnTo>
                    <a:pt x="634758" y="130302"/>
                  </a:lnTo>
                  <a:lnTo>
                    <a:pt x="656818" y="131686"/>
                  </a:lnTo>
                  <a:lnTo>
                    <a:pt x="701903" y="151726"/>
                  </a:lnTo>
                  <a:lnTo>
                    <a:pt x="716381" y="192938"/>
                  </a:lnTo>
                  <a:lnTo>
                    <a:pt x="713574" y="211264"/>
                  </a:lnTo>
                  <a:lnTo>
                    <a:pt x="899693" y="211264"/>
                  </a:lnTo>
                  <a:lnTo>
                    <a:pt x="908519" y="161366"/>
                  </a:lnTo>
                  <a:close/>
                </a:path>
                <a:path w="3693159" h="700404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39"/>
                  </a:lnTo>
                  <a:lnTo>
                    <a:pt x="1438135" y="685939"/>
                  </a:lnTo>
                  <a:lnTo>
                    <a:pt x="1465884" y="555612"/>
                  </a:lnTo>
                  <a:lnTo>
                    <a:pt x="1140129" y="555612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68"/>
                  </a:lnTo>
                  <a:lnTo>
                    <a:pt x="1197978" y="282968"/>
                  </a:lnTo>
                  <a:lnTo>
                    <a:pt x="1227455" y="144246"/>
                  </a:lnTo>
                  <a:lnTo>
                    <a:pt x="1553210" y="144246"/>
                  </a:lnTo>
                  <a:lnTo>
                    <a:pt x="1580972" y="13944"/>
                  </a:lnTo>
                  <a:close/>
                </a:path>
                <a:path w="3693159" h="700404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87"/>
                  </a:lnTo>
                  <a:lnTo>
                    <a:pt x="2065553" y="514692"/>
                  </a:lnTo>
                  <a:lnTo>
                    <a:pt x="1984070" y="171284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39"/>
                  </a:lnTo>
                  <a:lnTo>
                    <a:pt x="1710817" y="685939"/>
                  </a:lnTo>
                  <a:lnTo>
                    <a:pt x="1820189" y="171284"/>
                  </a:lnTo>
                  <a:lnTo>
                    <a:pt x="1822030" y="171284"/>
                  </a:lnTo>
                  <a:lnTo>
                    <a:pt x="1940687" y="685939"/>
                  </a:lnTo>
                  <a:lnTo>
                    <a:pt x="2198497" y="685939"/>
                  </a:lnTo>
                  <a:lnTo>
                    <a:pt x="2234895" y="514692"/>
                  </a:lnTo>
                  <a:lnTo>
                    <a:pt x="2341346" y="13944"/>
                  </a:lnTo>
                  <a:close/>
                </a:path>
                <a:path w="3693159" h="700404">
                  <a:moveTo>
                    <a:pt x="3024949" y="685939"/>
                  </a:moveTo>
                  <a:lnTo>
                    <a:pt x="3001048" y="554697"/>
                  </a:lnTo>
                  <a:lnTo>
                    <a:pt x="2977324" y="424408"/>
                  </a:lnTo>
                  <a:lnTo>
                    <a:pt x="2926461" y="145161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408"/>
                  </a:lnTo>
                  <a:lnTo>
                    <a:pt x="2600248" y="424408"/>
                  </a:lnTo>
                  <a:lnTo>
                    <a:pt x="2750858" y="145161"/>
                  </a:lnTo>
                  <a:lnTo>
                    <a:pt x="2753639" y="145161"/>
                  </a:lnTo>
                  <a:lnTo>
                    <a:pt x="2779877" y="424408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39"/>
                  </a:lnTo>
                  <a:lnTo>
                    <a:pt x="2453513" y="685939"/>
                  </a:lnTo>
                  <a:lnTo>
                    <a:pt x="2525153" y="554697"/>
                  </a:lnTo>
                  <a:lnTo>
                    <a:pt x="2797873" y="554697"/>
                  </a:lnTo>
                  <a:lnTo>
                    <a:pt x="2814612" y="685939"/>
                  </a:lnTo>
                  <a:lnTo>
                    <a:pt x="3024949" y="685939"/>
                  </a:lnTo>
                  <a:close/>
                </a:path>
                <a:path w="3693159" h="700404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39"/>
                  </a:lnTo>
                  <a:lnTo>
                    <a:pt x="3281819" y="685939"/>
                  </a:lnTo>
                  <a:lnTo>
                    <a:pt x="3424669" y="13944"/>
                  </a:lnTo>
                  <a:close/>
                </a:path>
                <a:path w="3693159" h="700404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4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4">
                  <a:moveTo>
                    <a:pt x="3692918" y="337553"/>
                  </a:moveTo>
                  <a:lnTo>
                    <a:pt x="3494570" y="337553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53"/>
                  </a:lnTo>
                  <a:close/>
                </a:path>
                <a:path w="3693159" h="700404">
                  <a:moveTo>
                    <a:pt x="3692918" y="175056"/>
                  </a:moveTo>
                  <a:lnTo>
                    <a:pt x="3494570" y="175056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56"/>
                  </a:lnTo>
                  <a:close/>
                </a:path>
                <a:path w="3693159" h="700404">
                  <a:moveTo>
                    <a:pt x="3692918" y="16802"/>
                  </a:moveTo>
                  <a:lnTo>
                    <a:pt x="3494570" y="16802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F99B8DD9-2E53-DF79-EC68-8E9F594ED0E1}"/>
              </a:ext>
            </a:extLst>
          </p:cNvPr>
          <p:cNvSpPr/>
          <p:nvPr/>
        </p:nvSpPr>
        <p:spPr>
          <a:xfrm>
            <a:off x="17957569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656A5CA-4231-3E08-3C1E-706546407FBE}"/>
              </a:ext>
            </a:extLst>
          </p:cNvPr>
          <p:cNvSpPr/>
          <p:nvPr/>
        </p:nvSpPr>
        <p:spPr>
          <a:xfrm>
            <a:off x="18219340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8C83804-13C3-22DF-8F6D-741C2A8A1694}"/>
              </a:ext>
            </a:extLst>
          </p:cNvPr>
          <p:cNvSpPr/>
          <p:nvPr/>
        </p:nvSpPr>
        <p:spPr>
          <a:xfrm>
            <a:off x="18481112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04F4139F-2BE5-0E2A-8844-9D45879B5638}"/>
              </a:ext>
            </a:extLst>
          </p:cNvPr>
          <p:cNvSpPr/>
          <p:nvPr/>
        </p:nvSpPr>
        <p:spPr>
          <a:xfrm>
            <a:off x="18742885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3473A212-ACC8-4258-A479-74DC5F984D30}"/>
              </a:ext>
            </a:extLst>
          </p:cNvPr>
          <p:cNvSpPr/>
          <p:nvPr/>
        </p:nvSpPr>
        <p:spPr>
          <a:xfrm>
            <a:off x="19004657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81ABB3DA-F787-160B-5503-A8A6B4157FF6}"/>
              </a:ext>
            </a:extLst>
          </p:cNvPr>
          <p:cNvSpPr/>
          <p:nvPr/>
        </p:nvSpPr>
        <p:spPr>
          <a:xfrm>
            <a:off x="19266428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EF5F365D-D088-F58D-0400-B1F2248CF1B3}"/>
              </a:ext>
            </a:extLst>
          </p:cNvPr>
          <p:cNvSpPr/>
          <p:nvPr/>
        </p:nvSpPr>
        <p:spPr>
          <a:xfrm>
            <a:off x="19528201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F4263073-E811-CB2F-8B26-4C8DB69FC6AA}"/>
              </a:ext>
            </a:extLst>
          </p:cNvPr>
          <p:cNvSpPr/>
          <p:nvPr/>
        </p:nvSpPr>
        <p:spPr>
          <a:xfrm>
            <a:off x="19789973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B9D9C114-B103-82B4-A878-1FF1CBB8D4FB}"/>
              </a:ext>
            </a:extLst>
          </p:cNvPr>
          <p:cNvSpPr/>
          <p:nvPr/>
        </p:nvSpPr>
        <p:spPr>
          <a:xfrm>
            <a:off x="17957569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310AECFE-E192-DA4D-D5ED-E187733D7035}"/>
              </a:ext>
            </a:extLst>
          </p:cNvPr>
          <p:cNvSpPr/>
          <p:nvPr/>
        </p:nvSpPr>
        <p:spPr>
          <a:xfrm>
            <a:off x="18219340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4B2E35B-881D-891D-E7A4-48137A1E78E2}"/>
              </a:ext>
            </a:extLst>
          </p:cNvPr>
          <p:cNvSpPr/>
          <p:nvPr/>
        </p:nvSpPr>
        <p:spPr>
          <a:xfrm>
            <a:off x="18481112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19EC1D49-881D-C987-410B-1F8529D5FE9F}"/>
              </a:ext>
            </a:extLst>
          </p:cNvPr>
          <p:cNvSpPr/>
          <p:nvPr/>
        </p:nvSpPr>
        <p:spPr>
          <a:xfrm>
            <a:off x="18742885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CE0D199E-0D8E-EF6C-4BF4-353F1CD43263}"/>
              </a:ext>
            </a:extLst>
          </p:cNvPr>
          <p:cNvSpPr/>
          <p:nvPr/>
        </p:nvSpPr>
        <p:spPr>
          <a:xfrm>
            <a:off x="19004657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D44AA70F-4F9B-8F46-B12C-718560E943C5}"/>
              </a:ext>
            </a:extLst>
          </p:cNvPr>
          <p:cNvSpPr/>
          <p:nvPr/>
        </p:nvSpPr>
        <p:spPr>
          <a:xfrm>
            <a:off x="19266428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AA28AEDA-D0D9-BB34-BCD1-95CF853A1FBD}"/>
              </a:ext>
            </a:extLst>
          </p:cNvPr>
          <p:cNvSpPr/>
          <p:nvPr/>
        </p:nvSpPr>
        <p:spPr>
          <a:xfrm>
            <a:off x="19528201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AF3D74B5-6439-5D57-AC33-F041CC740A38}"/>
              </a:ext>
            </a:extLst>
          </p:cNvPr>
          <p:cNvSpPr/>
          <p:nvPr/>
        </p:nvSpPr>
        <p:spPr>
          <a:xfrm>
            <a:off x="19789973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DAE6332E-9E57-242E-B693-DA0E5C8C27D8}"/>
              </a:ext>
            </a:extLst>
          </p:cNvPr>
          <p:cNvSpPr/>
          <p:nvPr/>
        </p:nvSpPr>
        <p:spPr>
          <a:xfrm>
            <a:off x="17957569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C4CD752A-F7B5-23C9-00F4-E6D0A8F16150}"/>
              </a:ext>
            </a:extLst>
          </p:cNvPr>
          <p:cNvSpPr/>
          <p:nvPr/>
        </p:nvSpPr>
        <p:spPr>
          <a:xfrm>
            <a:off x="18219340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2131B3CA-0F82-FC7E-1BF1-2B562289BCA5}"/>
              </a:ext>
            </a:extLst>
          </p:cNvPr>
          <p:cNvSpPr/>
          <p:nvPr/>
        </p:nvSpPr>
        <p:spPr>
          <a:xfrm>
            <a:off x="18481112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A78E4BAB-DFAE-50AF-6513-673D3C115369}"/>
              </a:ext>
            </a:extLst>
          </p:cNvPr>
          <p:cNvSpPr/>
          <p:nvPr/>
        </p:nvSpPr>
        <p:spPr>
          <a:xfrm>
            <a:off x="18742885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A8DB7A5B-2592-1224-4E06-37569CCF0E69}"/>
              </a:ext>
            </a:extLst>
          </p:cNvPr>
          <p:cNvSpPr/>
          <p:nvPr/>
        </p:nvSpPr>
        <p:spPr>
          <a:xfrm>
            <a:off x="19004657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D3B08BFB-0AF3-435D-C339-4DF6DA40F1DB}"/>
              </a:ext>
            </a:extLst>
          </p:cNvPr>
          <p:cNvSpPr/>
          <p:nvPr/>
        </p:nvSpPr>
        <p:spPr>
          <a:xfrm>
            <a:off x="19266428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F9084BF7-AC62-009F-ADD3-5B07531320F7}"/>
              </a:ext>
            </a:extLst>
          </p:cNvPr>
          <p:cNvSpPr/>
          <p:nvPr/>
        </p:nvSpPr>
        <p:spPr>
          <a:xfrm>
            <a:off x="19528201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519F55E3-7053-B58E-3116-CD5B12D79348}"/>
              </a:ext>
            </a:extLst>
          </p:cNvPr>
          <p:cNvSpPr/>
          <p:nvPr/>
        </p:nvSpPr>
        <p:spPr>
          <a:xfrm>
            <a:off x="19789973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4529B131-7C88-9EA7-8D2C-2BADCDD36139}"/>
              </a:ext>
            </a:extLst>
          </p:cNvPr>
          <p:cNvSpPr/>
          <p:nvPr/>
        </p:nvSpPr>
        <p:spPr>
          <a:xfrm>
            <a:off x="17957569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CC27E15F-951E-4093-5F30-9BE1A3F265FB}"/>
              </a:ext>
            </a:extLst>
          </p:cNvPr>
          <p:cNvSpPr/>
          <p:nvPr/>
        </p:nvSpPr>
        <p:spPr>
          <a:xfrm>
            <a:off x="18219340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FCA9F385-8F47-4B92-5F6F-8796AA78C2AF}"/>
              </a:ext>
            </a:extLst>
          </p:cNvPr>
          <p:cNvSpPr/>
          <p:nvPr/>
        </p:nvSpPr>
        <p:spPr>
          <a:xfrm>
            <a:off x="18481112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767DE4E6-9DA8-C673-57EF-36588B0233F0}"/>
              </a:ext>
            </a:extLst>
          </p:cNvPr>
          <p:cNvSpPr/>
          <p:nvPr/>
        </p:nvSpPr>
        <p:spPr>
          <a:xfrm>
            <a:off x="18742885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29FA812E-B2F2-0280-FD8A-8F316CC03AA8}"/>
              </a:ext>
            </a:extLst>
          </p:cNvPr>
          <p:cNvSpPr/>
          <p:nvPr/>
        </p:nvSpPr>
        <p:spPr>
          <a:xfrm>
            <a:off x="19004657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21D7BD8E-9667-DD41-EA35-2B8401A3E0F1}"/>
              </a:ext>
            </a:extLst>
          </p:cNvPr>
          <p:cNvSpPr/>
          <p:nvPr/>
        </p:nvSpPr>
        <p:spPr>
          <a:xfrm>
            <a:off x="19266428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A01F24A4-3DDC-2068-3704-135013A4F6AA}"/>
              </a:ext>
            </a:extLst>
          </p:cNvPr>
          <p:cNvSpPr/>
          <p:nvPr/>
        </p:nvSpPr>
        <p:spPr>
          <a:xfrm>
            <a:off x="19528201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4D2BF165-A48A-A8E3-B7BA-B85816C19E09}"/>
              </a:ext>
            </a:extLst>
          </p:cNvPr>
          <p:cNvSpPr/>
          <p:nvPr/>
        </p:nvSpPr>
        <p:spPr>
          <a:xfrm>
            <a:off x="19789973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0639F6A8-5827-5809-B151-1D191FDE0079}"/>
              </a:ext>
            </a:extLst>
          </p:cNvPr>
          <p:cNvSpPr/>
          <p:nvPr/>
        </p:nvSpPr>
        <p:spPr>
          <a:xfrm>
            <a:off x="17957569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2B8C3934-C1AC-8A36-A030-CA136A71E1B8}"/>
              </a:ext>
            </a:extLst>
          </p:cNvPr>
          <p:cNvSpPr/>
          <p:nvPr/>
        </p:nvSpPr>
        <p:spPr>
          <a:xfrm>
            <a:off x="18219340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CE94AAC7-B90F-A555-1A2A-1BAC7FC5C439}"/>
              </a:ext>
            </a:extLst>
          </p:cNvPr>
          <p:cNvSpPr/>
          <p:nvPr/>
        </p:nvSpPr>
        <p:spPr>
          <a:xfrm>
            <a:off x="18481112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D59BBCDE-6A3D-2F47-E14B-BCA80350E56D}"/>
              </a:ext>
            </a:extLst>
          </p:cNvPr>
          <p:cNvSpPr/>
          <p:nvPr/>
        </p:nvSpPr>
        <p:spPr>
          <a:xfrm>
            <a:off x="18742885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D413DFB2-1662-E4E0-35D3-6B1902BA95AD}"/>
              </a:ext>
            </a:extLst>
          </p:cNvPr>
          <p:cNvSpPr/>
          <p:nvPr/>
        </p:nvSpPr>
        <p:spPr>
          <a:xfrm>
            <a:off x="19004657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AC11BC5A-A821-9F6D-AE33-8092C3D0E604}"/>
              </a:ext>
            </a:extLst>
          </p:cNvPr>
          <p:cNvSpPr/>
          <p:nvPr/>
        </p:nvSpPr>
        <p:spPr>
          <a:xfrm>
            <a:off x="19266428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C10DF372-78CC-C55E-6C11-9D11836CF8E7}"/>
              </a:ext>
            </a:extLst>
          </p:cNvPr>
          <p:cNvSpPr/>
          <p:nvPr/>
        </p:nvSpPr>
        <p:spPr>
          <a:xfrm>
            <a:off x="19528201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E631009E-E65B-1956-55D5-B27B056E71F0}"/>
              </a:ext>
            </a:extLst>
          </p:cNvPr>
          <p:cNvSpPr/>
          <p:nvPr/>
        </p:nvSpPr>
        <p:spPr>
          <a:xfrm>
            <a:off x="19789973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786766B4-D9CF-8B16-112D-A4988D2532AD}"/>
              </a:ext>
            </a:extLst>
          </p:cNvPr>
          <p:cNvSpPr/>
          <p:nvPr/>
        </p:nvSpPr>
        <p:spPr>
          <a:xfrm>
            <a:off x="17957569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B058B278-68D6-946F-751D-AF4A3330DB87}"/>
              </a:ext>
            </a:extLst>
          </p:cNvPr>
          <p:cNvSpPr/>
          <p:nvPr/>
        </p:nvSpPr>
        <p:spPr>
          <a:xfrm>
            <a:off x="18219340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A71816C8-B8B8-1DF6-998B-E53EB395DA68}"/>
              </a:ext>
            </a:extLst>
          </p:cNvPr>
          <p:cNvSpPr/>
          <p:nvPr/>
        </p:nvSpPr>
        <p:spPr>
          <a:xfrm>
            <a:off x="18481112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4EEFA6CC-EFFB-4E93-1CB8-1C3960DDA7C2}"/>
              </a:ext>
            </a:extLst>
          </p:cNvPr>
          <p:cNvSpPr/>
          <p:nvPr/>
        </p:nvSpPr>
        <p:spPr>
          <a:xfrm>
            <a:off x="18742885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5C463958-A1C6-9BB6-B8F3-1132799E2CD0}"/>
              </a:ext>
            </a:extLst>
          </p:cNvPr>
          <p:cNvSpPr/>
          <p:nvPr/>
        </p:nvSpPr>
        <p:spPr>
          <a:xfrm>
            <a:off x="19004657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B42700C5-ACD3-6A95-C9E5-A7B8E5F50A6A}"/>
              </a:ext>
            </a:extLst>
          </p:cNvPr>
          <p:cNvSpPr/>
          <p:nvPr/>
        </p:nvSpPr>
        <p:spPr>
          <a:xfrm>
            <a:off x="19266428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CB6D4AC5-E719-46F8-24D7-0A8D91C3E3B9}"/>
              </a:ext>
            </a:extLst>
          </p:cNvPr>
          <p:cNvSpPr/>
          <p:nvPr/>
        </p:nvSpPr>
        <p:spPr>
          <a:xfrm>
            <a:off x="19528201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ADCA1113-200D-6BA1-A67D-1EE0E5F4ACE5}"/>
              </a:ext>
            </a:extLst>
          </p:cNvPr>
          <p:cNvSpPr/>
          <p:nvPr/>
        </p:nvSpPr>
        <p:spPr>
          <a:xfrm>
            <a:off x="19789973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DB4667C2-169D-AF04-710C-230BF721BB59}"/>
              </a:ext>
            </a:extLst>
          </p:cNvPr>
          <p:cNvSpPr/>
          <p:nvPr/>
        </p:nvSpPr>
        <p:spPr>
          <a:xfrm>
            <a:off x="17957569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5D1B9B01-672A-D7DE-7147-FE8A8762D534}"/>
              </a:ext>
            </a:extLst>
          </p:cNvPr>
          <p:cNvSpPr/>
          <p:nvPr/>
        </p:nvSpPr>
        <p:spPr>
          <a:xfrm>
            <a:off x="18219340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B7E18D7C-216E-BDB7-5AC6-FBA4BFE30814}"/>
              </a:ext>
            </a:extLst>
          </p:cNvPr>
          <p:cNvSpPr/>
          <p:nvPr/>
        </p:nvSpPr>
        <p:spPr>
          <a:xfrm>
            <a:off x="18481112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52CF8719-C1A5-EDB6-9111-23444AB5C799}"/>
              </a:ext>
            </a:extLst>
          </p:cNvPr>
          <p:cNvSpPr/>
          <p:nvPr/>
        </p:nvSpPr>
        <p:spPr>
          <a:xfrm>
            <a:off x="18742885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C5D493AD-41DB-99F8-9FA4-A66387C9BFCE}"/>
              </a:ext>
            </a:extLst>
          </p:cNvPr>
          <p:cNvSpPr/>
          <p:nvPr/>
        </p:nvSpPr>
        <p:spPr>
          <a:xfrm>
            <a:off x="19004657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506E3222-24F5-708C-5E08-4310741E91D3}"/>
              </a:ext>
            </a:extLst>
          </p:cNvPr>
          <p:cNvSpPr/>
          <p:nvPr/>
        </p:nvSpPr>
        <p:spPr>
          <a:xfrm>
            <a:off x="19266428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D9F72037-E051-EBE9-4D07-9F060B9FE264}"/>
              </a:ext>
            </a:extLst>
          </p:cNvPr>
          <p:cNvSpPr/>
          <p:nvPr/>
        </p:nvSpPr>
        <p:spPr>
          <a:xfrm>
            <a:off x="19528201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2FB96210-03C1-C181-90FA-CAB99FE2F72B}"/>
              </a:ext>
            </a:extLst>
          </p:cNvPr>
          <p:cNvSpPr/>
          <p:nvPr/>
        </p:nvSpPr>
        <p:spPr>
          <a:xfrm>
            <a:off x="19789973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51A0959A-6947-CCD9-8226-8943D8CF9E34}"/>
              </a:ext>
            </a:extLst>
          </p:cNvPr>
          <p:cNvSpPr/>
          <p:nvPr/>
        </p:nvSpPr>
        <p:spPr>
          <a:xfrm>
            <a:off x="17957569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85E97D37-79D9-D0AB-A7FB-48E3B6F45969}"/>
              </a:ext>
            </a:extLst>
          </p:cNvPr>
          <p:cNvSpPr/>
          <p:nvPr/>
        </p:nvSpPr>
        <p:spPr>
          <a:xfrm>
            <a:off x="18219340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7BDFA1D2-7151-82E8-7A05-231031B9F77D}"/>
              </a:ext>
            </a:extLst>
          </p:cNvPr>
          <p:cNvSpPr/>
          <p:nvPr/>
        </p:nvSpPr>
        <p:spPr>
          <a:xfrm>
            <a:off x="18481112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EC00090A-5068-C3DD-6180-6C8C39AF398E}"/>
              </a:ext>
            </a:extLst>
          </p:cNvPr>
          <p:cNvSpPr/>
          <p:nvPr/>
        </p:nvSpPr>
        <p:spPr>
          <a:xfrm>
            <a:off x="18742885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ECCC8D7D-9509-497A-39B3-EF240AF862A7}"/>
              </a:ext>
            </a:extLst>
          </p:cNvPr>
          <p:cNvSpPr/>
          <p:nvPr/>
        </p:nvSpPr>
        <p:spPr>
          <a:xfrm>
            <a:off x="19004657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>
            <a:extLst>
              <a:ext uri="{FF2B5EF4-FFF2-40B4-BE49-F238E27FC236}">
                <a16:creationId xmlns:a16="http://schemas.microsoft.com/office/drawing/2014/main" id="{4D900107-E17E-F9AC-DBD8-D69BE188FB04}"/>
              </a:ext>
            </a:extLst>
          </p:cNvPr>
          <p:cNvSpPr/>
          <p:nvPr/>
        </p:nvSpPr>
        <p:spPr>
          <a:xfrm>
            <a:off x="19266428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>
            <a:extLst>
              <a:ext uri="{FF2B5EF4-FFF2-40B4-BE49-F238E27FC236}">
                <a16:creationId xmlns:a16="http://schemas.microsoft.com/office/drawing/2014/main" id="{7BFBD6D4-A965-2CC1-D5A1-F19E41EA5947}"/>
              </a:ext>
            </a:extLst>
          </p:cNvPr>
          <p:cNvSpPr/>
          <p:nvPr/>
        </p:nvSpPr>
        <p:spPr>
          <a:xfrm>
            <a:off x="19528201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>
            <a:extLst>
              <a:ext uri="{FF2B5EF4-FFF2-40B4-BE49-F238E27FC236}">
                <a16:creationId xmlns:a16="http://schemas.microsoft.com/office/drawing/2014/main" id="{D1CA1B10-AD1C-2ADF-2725-1C3455D483DD}"/>
              </a:ext>
            </a:extLst>
          </p:cNvPr>
          <p:cNvSpPr/>
          <p:nvPr/>
        </p:nvSpPr>
        <p:spPr>
          <a:xfrm>
            <a:off x="19789973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F718D243-E7C7-2F5F-4079-C6AB91C98891}"/>
              </a:ext>
            </a:extLst>
          </p:cNvPr>
          <p:cNvSpPr/>
          <p:nvPr/>
        </p:nvSpPr>
        <p:spPr>
          <a:xfrm>
            <a:off x="5395174" y="7776085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29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>
            <a:extLst>
              <a:ext uri="{FF2B5EF4-FFF2-40B4-BE49-F238E27FC236}">
                <a16:creationId xmlns:a16="http://schemas.microsoft.com/office/drawing/2014/main" id="{2BB63CDD-52D3-0696-3A75-AEC9CC853B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2328" y="1949018"/>
            <a:ext cx="17138784" cy="56752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200"/>
              </a:lnSpc>
              <a:spcBef>
                <a:spcPts val="95"/>
              </a:spcBef>
            </a:pPr>
            <a:r>
              <a:rPr lang="pt-BR" sz="11500" b="1" spc="10" dirty="0">
                <a:solidFill>
                  <a:srgbClr val="FFFFFF"/>
                </a:solidFill>
                <a:latin typeface="Montserrat ExtraBold" panose="00000900000000000000" pitchFamily="2" charset="0"/>
              </a:rPr>
              <a:t>M</a:t>
            </a:r>
            <a:r>
              <a:rPr lang="pt-BR" sz="11500" spc="10" dirty="0">
                <a:solidFill>
                  <a:srgbClr val="FFFFFF"/>
                </a:solidFill>
              </a:rPr>
              <a:t>ODELO </a:t>
            </a:r>
            <a:r>
              <a:rPr lang="pt-BR" sz="11500" b="1" spc="10" dirty="0">
                <a:solidFill>
                  <a:srgbClr val="FFFFFF"/>
                </a:solidFill>
                <a:latin typeface="Montserrat ExtraBold" panose="00000900000000000000" pitchFamily="2" charset="0"/>
              </a:rPr>
              <a:t>E</a:t>
            </a:r>
            <a:r>
              <a:rPr lang="pt-BR" sz="11500" spc="10" dirty="0">
                <a:solidFill>
                  <a:srgbClr val="FFFFFF"/>
                </a:solidFill>
              </a:rPr>
              <a:t>NTIDADE </a:t>
            </a:r>
            <a:r>
              <a:rPr lang="pt-BR" sz="11500" b="1" spc="10" dirty="0">
                <a:solidFill>
                  <a:srgbClr val="FFFFFF"/>
                </a:solidFill>
                <a:latin typeface="Montserrat ExtraBold" panose="00000900000000000000" pitchFamily="2" charset="0"/>
              </a:rPr>
              <a:t>R</a:t>
            </a:r>
            <a:r>
              <a:rPr lang="pt-BR" sz="11500" spc="10" dirty="0">
                <a:solidFill>
                  <a:srgbClr val="FFFFFF"/>
                </a:solidFill>
              </a:rPr>
              <a:t>ELACIONAMENTO</a:t>
            </a:r>
            <a:br>
              <a:rPr lang="pt-BR" sz="11500" spc="10" dirty="0">
                <a:solidFill>
                  <a:srgbClr val="FFFFFF"/>
                </a:solidFill>
              </a:rPr>
            </a:br>
            <a:r>
              <a:rPr lang="pt-BR" sz="13800" b="1" spc="10" dirty="0">
                <a:solidFill>
                  <a:srgbClr val="FFFFFF"/>
                </a:solidFill>
                <a:latin typeface="Montserrat ExtraBold"/>
              </a:rPr>
              <a:t>MER</a:t>
            </a:r>
            <a:endParaRPr sz="11500" dirty="0">
              <a:latin typeface="Montserrat ExtraBold"/>
              <a:cs typeface="Montserrat ExtraBold"/>
            </a:endParaRPr>
          </a:p>
        </p:txBody>
      </p:sp>
      <p:sp>
        <p:nvSpPr>
          <p:cNvPr id="73" name="object 73">
            <a:extLst>
              <a:ext uri="{FF2B5EF4-FFF2-40B4-BE49-F238E27FC236}">
                <a16:creationId xmlns:a16="http://schemas.microsoft.com/office/drawing/2014/main" id="{DFBA92F0-675C-5F32-E381-55A34E7C7374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2597578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DB4F0D1-FA40-7989-8F02-AFA2F80D5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FE3A2D7-2376-E7AD-CF1E-F4578766FB6C}"/>
              </a:ext>
            </a:extLst>
          </p:cNvPr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3D2ABAEA-C560-C7E5-F2E7-CE18048FEF2B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EB07BC2-D4CC-2288-E017-3EC3D4528635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889C03E-E3FE-590B-EE51-D0F6CFFD4793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FEE88C3-A24C-EE2C-3D94-6B88F2220BC7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16A7CD4B-331B-C36C-AAFF-B3E92A152591}"/>
              </a:ext>
            </a:extLst>
          </p:cNvPr>
          <p:cNvGrpSpPr/>
          <p:nvPr/>
        </p:nvGrpSpPr>
        <p:grpSpPr>
          <a:xfrm>
            <a:off x="0" y="2774784"/>
            <a:ext cx="20104100" cy="8534188"/>
            <a:chOff x="0" y="2774784"/>
            <a:chExt cx="20104100" cy="8534188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4E033208-839F-B33F-1171-47C3D8FE7401}"/>
                </a:ext>
              </a:extLst>
            </p:cNvPr>
            <p:cNvSpPr/>
            <p:nvPr/>
          </p:nvSpPr>
          <p:spPr>
            <a:xfrm>
              <a:off x="0" y="8167290"/>
              <a:ext cx="20104100" cy="2984500"/>
            </a:xfrm>
            <a:custGeom>
              <a:avLst/>
              <a:gdLst/>
              <a:ahLst/>
              <a:cxnLst/>
              <a:rect l="l" t="t" r="r" b="b"/>
              <a:pathLst>
                <a:path w="20104100" h="2984500">
                  <a:moveTo>
                    <a:pt x="0" y="2984202"/>
                  </a:moveTo>
                  <a:lnTo>
                    <a:pt x="20104099" y="298420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984202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73159208-980C-6207-DB1B-204FD783049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36313" y="2774784"/>
              <a:ext cx="8806014" cy="8533771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3281B3A4-D6DC-A790-4B06-CD7415BB2509}"/>
                </a:ext>
              </a:extLst>
            </p:cNvPr>
            <p:cNvSpPr/>
            <p:nvPr/>
          </p:nvSpPr>
          <p:spPr>
            <a:xfrm>
              <a:off x="11821838" y="3560101"/>
              <a:ext cx="7235190" cy="7591425"/>
            </a:xfrm>
            <a:custGeom>
              <a:avLst/>
              <a:gdLst/>
              <a:ahLst/>
              <a:cxnLst/>
              <a:rect l="l" t="t" r="r" b="b"/>
              <a:pathLst>
                <a:path w="7235190" h="7591425">
                  <a:moveTo>
                    <a:pt x="0" y="7591391"/>
                  </a:moveTo>
                  <a:lnTo>
                    <a:pt x="7235172" y="7591391"/>
                  </a:lnTo>
                  <a:lnTo>
                    <a:pt x="7235172" y="0"/>
                  </a:lnTo>
                  <a:lnTo>
                    <a:pt x="0" y="0"/>
                  </a:lnTo>
                  <a:lnTo>
                    <a:pt x="0" y="759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554B93C6-8106-3797-6398-A6E80DA69092}"/>
                </a:ext>
              </a:extLst>
            </p:cNvPr>
            <p:cNvSpPr/>
            <p:nvPr/>
          </p:nvSpPr>
          <p:spPr>
            <a:xfrm>
              <a:off x="19266420" y="3560108"/>
              <a:ext cx="575945" cy="1885314"/>
            </a:xfrm>
            <a:custGeom>
              <a:avLst/>
              <a:gdLst/>
              <a:ahLst/>
              <a:cxnLst/>
              <a:rect l="l" t="t" r="r" b="b"/>
              <a:pathLst>
                <a:path w="575944" h="1885314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64"/>
                  </a:lnTo>
                  <a:lnTo>
                    <a:pt x="36372" y="1834464"/>
                  </a:lnTo>
                  <a:lnTo>
                    <a:pt x="26174" y="1832406"/>
                  </a:lnTo>
                  <a:lnTo>
                    <a:pt x="15989" y="1834464"/>
                  </a:lnTo>
                  <a:lnTo>
                    <a:pt x="7670" y="1840064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66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74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66"/>
                  </a:lnTo>
                  <a:lnTo>
                    <a:pt x="52362" y="1858581"/>
                  </a:lnTo>
                  <a:close/>
                </a:path>
                <a:path w="575944" h="1885314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292"/>
                  </a:lnTo>
                  <a:lnTo>
                    <a:pt x="36372" y="1572691"/>
                  </a:lnTo>
                  <a:lnTo>
                    <a:pt x="26174" y="1570634"/>
                  </a:lnTo>
                  <a:lnTo>
                    <a:pt x="15989" y="1572691"/>
                  </a:lnTo>
                  <a:lnTo>
                    <a:pt x="7670" y="1578292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6994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74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6994"/>
                  </a:lnTo>
                  <a:lnTo>
                    <a:pt x="52362" y="1596809"/>
                  </a:lnTo>
                  <a:close/>
                </a:path>
                <a:path w="575944" h="1885314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20"/>
                  </a:lnTo>
                  <a:lnTo>
                    <a:pt x="36372" y="1310919"/>
                  </a:lnTo>
                  <a:lnTo>
                    <a:pt x="26174" y="1308862"/>
                  </a:lnTo>
                  <a:lnTo>
                    <a:pt x="15989" y="1310919"/>
                  </a:lnTo>
                  <a:lnTo>
                    <a:pt x="7670" y="1316520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22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74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22"/>
                  </a:lnTo>
                  <a:lnTo>
                    <a:pt x="52362" y="1335036"/>
                  </a:lnTo>
                  <a:close/>
                </a:path>
                <a:path w="575944" h="1885314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47"/>
                  </a:lnTo>
                  <a:lnTo>
                    <a:pt x="36372" y="1049147"/>
                  </a:lnTo>
                  <a:lnTo>
                    <a:pt x="26174" y="1047089"/>
                  </a:lnTo>
                  <a:lnTo>
                    <a:pt x="15989" y="1049147"/>
                  </a:lnTo>
                  <a:lnTo>
                    <a:pt x="7670" y="1054747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49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74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49"/>
                  </a:lnTo>
                  <a:lnTo>
                    <a:pt x="52362" y="1073264"/>
                  </a:lnTo>
                  <a:close/>
                </a:path>
                <a:path w="575944" h="1885314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75"/>
                  </a:lnTo>
                  <a:lnTo>
                    <a:pt x="36372" y="787374"/>
                  </a:lnTo>
                  <a:lnTo>
                    <a:pt x="26174" y="785317"/>
                  </a:lnTo>
                  <a:lnTo>
                    <a:pt x="15989" y="787374"/>
                  </a:lnTo>
                  <a:lnTo>
                    <a:pt x="7670" y="792975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77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74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77"/>
                  </a:lnTo>
                  <a:lnTo>
                    <a:pt x="52362" y="811491"/>
                  </a:lnTo>
                  <a:close/>
                </a:path>
                <a:path w="575944" h="1885314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02"/>
                  </a:lnTo>
                  <a:lnTo>
                    <a:pt x="36372" y="525602"/>
                  </a:lnTo>
                  <a:lnTo>
                    <a:pt x="26174" y="523544"/>
                  </a:lnTo>
                  <a:lnTo>
                    <a:pt x="15989" y="525602"/>
                  </a:lnTo>
                  <a:lnTo>
                    <a:pt x="7670" y="531202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04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74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04"/>
                  </a:lnTo>
                  <a:lnTo>
                    <a:pt x="52362" y="549719"/>
                  </a:lnTo>
                  <a:close/>
                </a:path>
                <a:path w="575944" h="1885314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74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64"/>
                  </a:lnTo>
                  <a:lnTo>
                    <a:pt x="26174" y="314121"/>
                  </a:lnTo>
                  <a:lnTo>
                    <a:pt x="36372" y="312064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575944" h="1885314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74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74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575944" h="1885314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64"/>
                  </a:lnTo>
                  <a:lnTo>
                    <a:pt x="298145" y="1834464"/>
                  </a:lnTo>
                  <a:lnTo>
                    <a:pt x="287947" y="1832406"/>
                  </a:lnTo>
                  <a:lnTo>
                    <a:pt x="277761" y="1834464"/>
                  </a:lnTo>
                  <a:lnTo>
                    <a:pt x="269443" y="1840064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66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47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66"/>
                  </a:lnTo>
                  <a:lnTo>
                    <a:pt x="314134" y="1858581"/>
                  </a:lnTo>
                  <a:close/>
                </a:path>
                <a:path w="575944" h="1885314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292"/>
                  </a:lnTo>
                  <a:lnTo>
                    <a:pt x="298145" y="1572691"/>
                  </a:lnTo>
                  <a:lnTo>
                    <a:pt x="287947" y="1570634"/>
                  </a:lnTo>
                  <a:lnTo>
                    <a:pt x="277761" y="1572691"/>
                  </a:lnTo>
                  <a:lnTo>
                    <a:pt x="269443" y="1578292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6994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47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6994"/>
                  </a:lnTo>
                  <a:lnTo>
                    <a:pt x="314134" y="1596809"/>
                  </a:lnTo>
                  <a:close/>
                </a:path>
                <a:path w="575944" h="1885314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20"/>
                  </a:lnTo>
                  <a:lnTo>
                    <a:pt x="298145" y="1310919"/>
                  </a:lnTo>
                  <a:lnTo>
                    <a:pt x="287947" y="1308862"/>
                  </a:lnTo>
                  <a:lnTo>
                    <a:pt x="277761" y="1310919"/>
                  </a:lnTo>
                  <a:lnTo>
                    <a:pt x="269443" y="1316520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22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47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22"/>
                  </a:lnTo>
                  <a:lnTo>
                    <a:pt x="314134" y="1335036"/>
                  </a:lnTo>
                  <a:close/>
                </a:path>
                <a:path w="575944" h="1885314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47"/>
                  </a:lnTo>
                  <a:lnTo>
                    <a:pt x="298145" y="1049147"/>
                  </a:lnTo>
                  <a:lnTo>
                    <a:pt x="287947" y="1047089"/>
                  </a:lnTo>
                  <a:lnTo>
                    <a:pt x="277761" y="1049147"/>
                  </a:lnTo>
                  <a:lnTo>
                    <a:pt x="269443" y="1054747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49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47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49"/>
                  </a:lnTo>
                  <a:lnTo>
                    <a:pt x="314134" y="1073264"/>
                  </a:lnTo>
                  <a:close/>
                </a:path>
                <a:path w="575944" h="1885314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75"/>
                  </a:lnTo>
                  <a:lnTo>
                    <a:pt x="298145" y="787374"/>
                  </a:lnTo>
                  <a:lnTo>
                    <a:pt x="287947" y="785317"/>
                  </a:lnTo>
                  <a:lnTo>
                    <a:pt x="277761" y="787374"/>
                  </a:lnTo>
                  <a:lnTo>
                    <a:pt x="269443" y="792975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77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47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77"/>
                  </a:lnTo>
                  <a:lnTo>
                    <a:pt x="314134" y="811491"/>
                  </a:lnTo>
                  <a:close/>
                </a:path>
                <a:path w="575944" h="1885314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02"/>
                  </a:lnTo>
                  <a:lnTo>
                    <a:pt x="298145" y="525602"/>
                  </a:lnTo>
                  <a:lnTo>
                    <a:pt x="287947" y="523544"/>
                  </a:lnTo>
                  <a:lnTo>
                    <a:pt x="277761" y="525602"/>
                  </a:lnTo>
                  <a:lnTo>
                    <a:pt x="269443" y="531202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04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47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04"/>
                  </a:lnTo>
                  <a:lnTo>
                    <a:pt x="314134" y="549719"/>
                  </a:lnTo>
                  <a:close/>
                </a:path>
                <a:path w="575944" h="1885314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47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64"/>
                  </a:lnTo>
                  <a:lnTo>
                    <a:pt x="287947" y="314121"/>
                  </a:lnTo>
                  <a:lnTo>
                    <a:pt x="298145" y="312064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575944" h="1885314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47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292"/>
                  </a:lnTo>
                  <a:lnTo>
                    <a:pt x="287947" y="52349"/>
                  </a:lnTo>
                  <a:lnTo>
                    <a:pt x="298145" y="50292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575944" h="1885314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64"/>
                  </a:lnTo>
                  <a:lnTo>
                    <a:pt x="559917" y="1834464"/>
                  </a:lnTo>
                  <a:lnTo>
                    <a:pt x="549719" y="1832406"/>
                  </a:lnTo>
                  <a:lnTo>
                    <a:pt x="539534" y="1834464"/>
                  </a:lnTo>
                  <a:lnTo>
                    <a:pt x="531215" y="1840064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66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19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66"/>
                  </a:lnTo>
                  <a:lnTo>
                    <a:pt x="575906" y="1858581"/>
                  </a:lnTo>
                  <a:close/>
                </a:path>
                <a:path w="575944" h="1885314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292"/>
                  </a:lnTo>
                  <a:lnTo>
                    <a:pt x="559917" y="1572691"/>
                  </a:lnTo>
                  <a:lnTo>
                    <a:pt x="549719" y="1570634"/>
                  </a:lnTo>
                  <a:lnTo>
                    <a:pt x="539534" y="1572691"/>
                  </a:lnTo>
                  <a:lnTo>
                    <a:pt x="531215" y="1578292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6994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19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6994"/>
                  </a:lnTo>
                  <a:lnTo>
                    <a:pt x="575906" y="1596809"/>
                  </a:lnTo>
                  <a:close/>
                </a:path>
                <a:path w="575944" h="1885314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20"/>
                  </a:lnTo>
                  <a:lnTo>
                    <a:pt x="559917" y="1310919"/>
                  </a:lnTo>
                  <a:lnTo>
                    <a:pt x="549719" y="1308862"/>
                  </a:lnTo>
                  <a:lnTo>
                    <a:pt x="539534" y="1310919"/>
                  </a:lnTo>
                  <a:lnTo>
                    <a:pt x="531215" y="1316520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22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19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22"/>
                  </a:lnTo>
                  <a:lnTo>
                    <a:pt x="575906" y="1335036"/>
                  </a:lnTo>
                  <a:close/>
                </a:path>
                <a:path w="575944" h="1885314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47"/>
                  </a:lnTo>
                  <a:lnTo>
                    <a:pt x="559917" y="1049147"/>
                  </a:lnTo>
                  <a:lnTo>
                    <a:pt x="549719" y="1047089"/>
                  </a:lnTo>
                  <a:lnTo>
                    <a:pt x="539534" y="1049147"/>
                  </a:lnTo>
                  <a:lnTo>
                    <a:pt x="531215" y="1054747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49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19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49"/>
                  </a:lnTo>
                  <a:lnTo>
                    <a:pt x="575906" y="1073264"/>
                  </a:lnTo>
                  <a:close/>
                </a:path>
                <a:path w="575944" h="1885314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75"/>
                  </a:lnTo>
                  <a:lnTo>
                    <a:pt x="559917" y="787374"/>
                  </a:lnTo>
                  <a:lnTo>
                    <a:pt x="549719" y="785317"/>
                  </a:lnTo>
                  <a:lnTo>
                    <a:pt x="539534" y="787374"/>
                  </a:lnTo>
                  <a:lnTo>
                    <a:pt x="531215" y="792975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77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19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77"/>
                  </a:lnTo>
                  <a:lnTo>
                    <a:pt x="575906" y="811491"/>
                  </a:lnTo>
                  <a:close/>
                </a:path>
                <a:path w="575944" h="1885314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02"/>
                  </a:lnTo>
                  <a:lnTo>
                    <a:pt x="559917" y="525602"/>
                  </a:lnTo>
                  <a:lnTo>
                    <a:pt x="549719" y="523544"/>
                  </a:lnTo>
                  <a:lnTo>
                    <a:pt x="539534" y="525602"/>
                  </a:lnTo>
                  <a:lnTo>
                    <a:pt x="531215" y="531202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04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19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04"/>
                  </a:lnTo>
                  <a:lnTo>
                    <a:pt x="575906" y="549719"/>
                  </a:lnTo>
                  <a:close/>
                </a:path>
                <a:path w="575944" h="1885314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19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64"/>
                  </a:lnTo>
                  <a:lnTo>
                    <a:pt x="549719" y="314121"/>
                  </a:lnTo>
                  <a:lnTo>
                    <a:pt x="559917" y="312064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575944" h="1885314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19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292"/>
                  </a:lnTo>
                  <a:lnTo>
                    <a:pt x="549719" y="52349"/>
                  </a:lnTo>
                  <a:lnTo>
                    <a:pt x="559917" y="50292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2B23C031-9EAB-9F2A-4C46-5A02BF8653F3}"/>
                </a:ext>
              </a:extLst>
            </p:cNvPr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1A75AD83-0BF1-45FE-3794-8BA398C4A543}"/>
                </a:ext>
              </a:extLst>
            </p:cNvPr>
            <p:cNvSpPr/>
            <p:nvPr/>
          </p:nvSpPr>
          <p:spPr>
            <a:xfrm>
              <a:off x="10774745" y="5654278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6AE592A2-7109-DF48-250F-A74271DAB944}"/>
              </a:ext>
            </a:extLst>
          </p:cNvPr>
          <p:cNvSpPr txBox="1"/>
          <p:nvPr/>
        </p:nvSpPr>
        <p:spPr>
          <a:xfrm>
            <a:off x="12332678" y="5822120"/>
            <a:ext cx="6158865" cy="2486578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spcBef>
                <a:spcPts val="190"/>
              </a:spcBef>
            </a:pP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O Modelo Entidade -Relacionamento (MER) é uma </a:t>
            </a: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ferramenta conceitual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 usada para </a:t>
            </a: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desenhar e organizar bancos de dados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.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2B1F70E8-974D-0113-4F2F-AEEC1FA4EDAE}"/>
              </a:ext>
            </a:extLst>
          </p:cNvPr>
          <p:cNvSpPr txBox="1"/>
          <p:nvPr/>
        </p:nvSpPr>
        <p:spPr>
          <a:xfrm>
            <a:off x="12332678" y="4098774"/>
            <a:ext cx="6158864" cy="11176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0" spc="15" dirty="0">
                <a:solidFill>
                  <a:srgbClr val="333333"/>
                </a:solidFill>
                <a:latin typeface="Montserrat Light"/>
                <a:cs typeface="Montserrat Light"/>
              </a:rPr>
              <a:t>QUAL SUA</a:t>
            </a:r>
            <a:endParaRPr lang="pt-BR" sz="3600" b="0" spc="95" dirty="0">
              <a:solidFill>
                <a:srgbClr val="333333"/>
              </a:solidFill>
              <a:latin typeface="Montserrat Light"/>
              <a:cs typeface="Montserrat Light"/>
            </a:endParaRP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DEFINIÇÃO?</a:t>
            </a:r>
            <a:endParaRPr sz="3600" dirty="0">
              <a:latin typeface="Montserrat ExtraBold"/>
              <a:cs typeface="Montserrat ExtraBold"/>
            </a:endParaRPr>
          </a:p>
        </p:txBody>
      </p:sp>
      <p:sp>
        <p:nvSpPr>
          <p:cNvPr id="18" name="object 15">
            <a:extLst>
              <a:ext uri="{FF2B5EF4-FFF2-40B4-BE49-F238E27FC236}">
                <a16:creationId xmlns:a16="http://schemas.microsoft.com/office/drawing/2014/main" id="{DAD54D92-C8C4-A2F0-820A-0B6BDE0BC2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4" y="984549"/>
            <a:ext cx="14105583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MODELO RELACIONAL</a:t>
            </a:r>
            <a:br>
              <a:rPr lang="pt-BR" sz="4950" b="1" spc="-15" dirty="0">
                <a:latin typeface="Montserrat ExtraBold"/>
                <a:cs typeface="Montserrat ExtraBold"/>
              </a:rPr>
            </a:br>
            <a:r>
              <a:rPr lang="pt-BR" sz="4400" spc="-25" dirty="0">
                <a:latin typeface="Montserrat"/>
                <a:cs typeface="Montserrat ExtraBold"/>
              </a:rPr>
              <a:t>MODELO ENTIDADE RELACIONAMENTO - MER</a:t>
            </a:r>
            <a:endParaRPr sz="4950" dirty="0">
              <a:latin typeface="Montserrat"/>
              <a:cs typeface="Montserrat"/>
            </a:endParaRPr>
          </a:p>
        </p:txBody>
      </p:sp>
      <p:pic>
        <p:nvPicPr>
          <p:cNvPr id="12" name="Imagem 11" descr="Aprenda a Modelar um banco de dados com o uso de MER e DER - DevMedia">
            <a:extLst>
              <a:ext uri="{FF2B5EF4-FFF2-40B4-BE49-F238E27FC236}">
                <a16:creationId xmlns:a16="http://schemas.microsoft.com/office/drawing/2014/main" id="{ABE35055-18D0-06C2-4DFA-FEA150E2FF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422" t="16012" r="-2575" b="15973"/>
          <a:stretch>
            <a:fillRect/>
          </a:stretch>
        </p:blipFill>
        <p:spPr>
          <a:xfrm>
            <a:off x="0" y="3557055"/>
            <a:ext cx="12332614" cy="759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11375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4429B66-5299-53F3-669B-FBF5A5C16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85BFAD7-D87E-9207-ED00-A99B213293AF}"/>
              </a:ext>
            </a:extLst>
          </p:cNvPr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E312A1-5F12-6620-019D-FDA339231B44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A92487B-D1CA-8F48-0299-65B1A4FDC4A1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0A2A290-D272-0681-0552-5586B4203101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CB52C938-11BE-4D5E-F8F6-14A71ADBE7EF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439BC43E-51F4-4EDE-4450-FD8286211FEA}"/>
              </a:ext>
            </a:extLst>
          </p:cNvPr>
          <p:cNvGrpSpPr/>
          <p:nvPr/>
        </p:nvGrpSpPr>
        <p:grpSpPr>
          <a:xfrm>
            <a:off x="0" y="2774784"/>
            <a:ext cx="20104100" cy="8534188"/>
            <a:chOff x="0" y="2774784"/>
            <a:chExt cx="20104100" cy="8534188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0E62B1AC-0545-2E10-2E20-30963355EE7A}"/>
                </a:ext>
              </a:extLst>
            </p:cNvPr>
            <p:cNvSpPr/>
            <p:nvPr/>
          </p:nvSpPr>
          <p:spPr>
            <a:xfrm>
              <a:off x="0" y="8167290"/>
              <a:ext cx="20104100" cy="2984500"/>
            </a:xfrm>
            <a:custGeom>
              <a:avLst/>
              <a:gdLst/>
              <a:ahLst/>
              <a:cxnLst/>
              <a:rect l="l" t="t" r="r" b="b"/>
              <a:pathLst>
                <a:path w="20104100" h="2984500">
                  <a:moveTo>
                    <a:pt x="0" y="2984202"/>
                  </a:moveTo>
                  <a:lnTo>
                    <a:pt x="20104099" y="298420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984202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B882064A-3A1C-6AC9-7C1E-D7195449EB5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36313" y="2774784"/>
              <a:ext cx="8806014" cy="8533771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A34D43FC-C6DE-6A8E-5563-02991DFE2DD7}"/>
                </a:ext>
              </a:extLst>
            </p:cNvPr>
            <p:cNvSpPr/>
            <p:nvPr/>
          </p:nvSpPr>
          <p:spPr>
            <a:xfrm>
              <a:off x="11821838" y="3560101"/>
              <a:ext cx="7235190" cy="7591425"/>
            </a:xfrm>
            <a:custGeom>
              <a:avLst/>
              <a:gdLst/>
              <a:ahLst/>
              <a:cxnLst/>
              <a:rect l="l" t="t" r="r" b="b"/>
              <a:pathLst>
                <a:path w="7235190" h="7591425">
                  <a:moveTo>
                    <a:pt x="0" y="7591391"/>
                  </a:moveTo>
                  <a:lnTo>
                    <a:pt x="7235172" y="7591391"/>
                  </a:lnTo>
                  <a:lnTo>
                    <a:pt x="7235172" y="0"/>
                  </a:lnTo>
                  <a:lnTo>
                    <a:pt x="0" y="0"/>
                  </a:lnTo>
                  <a:lnTo>
                    <a:pt x="0" y="759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8675D303-5704-7847-CCC0-4E56E9F5E7C9}"/>
                </a:ext>
              </a:extLst>
            </p:cNvPr>
            <p:cNvSpPr/>
            <p:nvPr/>
          </p:nvSpPr>
          <p:spPr>
            <a:xfrm>
              <a:off x="19266420" y="3560108"/>
              <a:ext cx="575945" cy="1885314"/>
            </a:xfrm>
            <a:custGeom>
              <a:avLst/>
              <a:gdLst/>
              <a:ahLst/>
              <a:cxnLst/>
              <a:rect l="l" t="t" r="r" b="b"/>
              <a:pathLst>
                <a:path w="575944" h="1885314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64"/>
                  </a:lnTo>
                  <a:lnTo>
                    <a:pt x="36372" y="1834464"/>
                  </a:lnTo>
                  <a:lnTo>
                    <a:pt x="26174" y="1832406"/>
                  </a:lnTo>
                  <a:lnTo>
                    <a:pt x="15989" y="1834464"/>
                  </a:lnTo>
                  <a:lnTo>
                    <a:pt x="7670" y="1840064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66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74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66"/>
                  </a:lnTo>
                  <a:lnTo>
                    <a:pt x="52362" y="1858581"/>
                  </a:lnTo>
                  <a:close/>
                </a:path>
                <a:path w="575944" h="1885314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292"/>
                  </a:lnTo>
                  <a:lnTo>
                    <a:pt x="36372" y="1572691"/>
                  </a:lnTo>
                  <a:lnTo>
                    <a:pt x="26174" y="1570634"/>
                  </a:lnTo>
                  <a:lnTo>
                    <a:pt x="15989" y="1572691"/>
                  </a:lnTo>
                  <a:lnTo>
                    <a:pt x="7670" y="1578292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6994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74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6994"/>
                  </a:lnTo>
                  <a:lnTo>
                    <a:pt x="52362" y="1596809"/>
                  </a:lnTo>
                  <a:close/>
                </a:path>
                <a:path w="575944" h="1885314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20"/>
                  </a:lnTo>
                  <a:lnTo>
                    <a:pt x="36372" y="1310919"/>
                  </a:lnTo>
                  <a:lnTo>
                    <a:pt x="26174" y="1308862"/>
                  </a:lnTo>
                  <a:lnTo>
                    <a:pt x="15989" y="1310919"/>
                  </a:lnTo>
                  <a:lnTo>
                    <a:pt x="7670" y="1316520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22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74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22"/>
                  </a:lnTo>
                  <a:lnTo>
                    <a:pt x="52362" y="1335036"/>
                  </a:lnTo>
                  <a:close/>
                </a:path>
                <a:path w="575944" h="1885314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47"/>
                  </a:lnTo>
                  <a:lnTo>
                    <a:pt x="36372" y="1049147"/>
                  </a:lnTo>
                  <a:lnTo>
                    <a:pt x="26174" y="1047089"/>
                  </a:lnTo>
                  <a:lnTo>
                    <a:pt x="15989" y="1049147"/>
                  </a:lnTo>
                  <a:lnTo>
                    <a:pt x="7670" y="1054747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49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74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49"/>
                  </a:lnTo>
                  <a:lnTo>
                    <a:pt x="52362" y="1073264"/>
                  </a:lnTo>
                  <a:close/>
                </a:path>
                <a:path w="575944" h="1885314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75"/>
                  </a:lnTo>
                  <a:lnTo>
                    <a:pt x="36372" y="787374"/>
                  </a:lnTo>
                  <a:lnTo>
                    <a:pt x="26174" y="785317"/>
                  </a:lnTo>
                  <a:lnTo>
                    <a:pt x="15989" y="787374"/>
                  </a:lnTo>
                  <a:lnTo>
                    <a:pt x="7670" y="792975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77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74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77"/>
                  </a:lnTo>
                  <a:lnTo>
                    <a:pt x="52362" y="811491"/>
                  </a:lnTo>
                  <a:close/>
                </a:path>
                <a:path w="575944" h="1885314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02"/>
                  </a:lnTo>
                  <a:lnTo>
                    <a:pt x="36372" y="525602"/>
                  </a:lnTo>
                  <a:lnTo>
                    <a:pt x="26174" y="523544"/>
                  </a:lnTo>
                  <a:lnTo>
                    <a:pt x="15989" y="525602"/>
                  </a:lnTo>
                  <a:lnTo>
                    <a:pt x="7670" y="531202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04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74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04"/>
                  </a:lnTo>
                  <a:lnTo>
                    <a:pt x="52362" y="549719"/>
                  </a:lnTo>
                  <a:close/>
                </a:path>
                <a:path w="575944" h="1885314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74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64"/>
                  </a:lnTo>
                  <a:lnTo>
                    <a:pt x="26174" y="314121"/>
                  </a:lnTo>
                  <a:lnTo>
                    <a:pt x="36372" y="312064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575944" h="1885314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74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74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575944" h="1885314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64"/>
                  </a:lnTo>
                  <a:lnTo>
                    <a:pt x="298145" y="1834464"/>
                  </a:lnTo>
                  <a:lnTo>
                    <a:pt x="287947" y="1832406"/>
                  </a:lnTo>
                  <a:lnTo>
                    <a:pt x="277761" y="1834464"/>
                  </a:lnTo>
                  <a:lnTo>
                    <a:pt x="269443" y="1840064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66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47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66"/>
                  </a:lnTo>
                  <a:lnTo>
                    <a:pt x="314134" y="1858581"/>
                  </a:lnTo>
                  <a:close/>
                </a:path>
                <a:path w="575944" h="1885314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292"/>
                  </a:lnTo>
                  <a:lnTo>
                    <a:pt x="298145" y="1572691"/>
                  </a:lnTo>
                  <a:lnTo>
                    <a:pt x="287947" y="1570634"/>
                  </a:lnTo>
                  <a:lnTo>
                    <a:pt x="277761" y="1572691"/>
                  </a:lnTo>
                  <a:lnTo>
                    <a:pt x="269443" y="1578292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6994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47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6994"/>
                  </a:lnTo>
                  <a:lnTo>
                    <a:pt x="314134" y="1596809"/>
                  </a:lnTo>
                  <a:close/>
                </a:path>
                <a:path w="575944" h="1885314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20"/>
                  </a:lnTo>
                  <a:lnTo>
                    <a:pt x="298145" y="1310919"/>
                  </a:lnTo>
                  <a:lnTo>
                    <a:pt x="287947" y="1308862"/>
                  </a:lnTo>
                  <a:lnTo>
                    <a:pt x="277761" y="1310919"/>
                  </a:lnTo>
                  <a:lnTo>
                    <a:pt x="269443" y="1316520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22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47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22"/>
                  </a:lnTo>
                  <a:lnTo>
                    <a:pt x="314134" y="1335036"/>
                  </a:lnTo>
                  <a:close/>
                </a:path>
                <a:path w="575944" h="1885314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47"/>
                  </a:lnTo>
                  <a:lnTo>
                    <a:pt x="298145" y="1049147"/>
                  </a:lnTo>
                  <a:lnTo>
                    <a:pt x="287947" y="1047089"/>
                  </a:lnTo>
                  <a:lnTo>
                    <a:pt x="277761" y="1049147"/>
                  </a:lnTo>
                  <a:lnTo>
                    <a:pt x="269443" y="1054747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49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47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49"/>
                  </a:lnTo>
                  <a:lnTo>
                    <a:pt x="314134" y="1073264"/>
                  </a:lnTo>
                  <a:close/>
                </a:path>
                <a:path w="575944" h="1885314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75"/>
                  </a:lnTo>
                  <a:lnTo>
                    <a:pt x="298145" y="787374"/>
                  </a:lnTo>
                  <a:lnTo>
                    <a:pt x="287947" y="785317"/>
                  </a:lnTo>
                  <a:lnTo>
                    <a:pt x="277761" y="787374"/>
                  </a:lnTo>
                  <a:lnTo>
                    <a:pt x="269443" y="792975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77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47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77"/>
                  </a:lnTo>
                  <a:lnTo>
                    <a:pt x="314134" y="811491"/>
                  </a:lnTo>
                  <a:close/>
                </a:path>
                <a:path w="575944" h="1885314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02"/>
                  </a:lnTo>
                  <a:lnTo>
                    <a:pt x="298145" y="525602"/>
                  </a:lnTo>
                  <a:lnTo>
                    <a:pt x="287947" y="523544"/>
                  </a:lnTo>
                  <a:lnTo>
                    <a:pt x="277761" y="525602"/>
                  </a:lnTo>
                  <a:lnTo>
                    <a:pt x="269443" y="531202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04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47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04"/>
                  </a:lnTo>
                  <a:lnTo>
                    <a:pt x="314134" y="549719"/>
                  </a:lnTo>
                  <a:close/>
                </a:path>
                <a:path w="575944" h="1885314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47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64"/>
                  </a:lnTo>
                  <a:lnTo>
                    <a:pt x="287947" y="314121"/>
                  </a:lnTo>
                  <a:lnTo>
                    <a:pt x="298145" y="312064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575944" h="1885314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47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292"/>
                  </a:lnTo>
                  <a:lnTo>
                    <a:pt x="287947" y="52349"/>
                  </a:lnTo>
                  <a:lnTo>
                    <a:pt x="298145" y="50292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575944" h="1885314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64"/>
                  </a:lnTo>
                  <a:lnTo>
                    <a:pt x="559917" y="1834464"/>
                  </a:lnTo>
                  <a:lnTo>
                    <a:pt x="549719" y="1832406"/>
                  </a:lnTo>
                  <a:lnTo>
                    <a:pt x="539534" y="1834464"/>
                  </a:lnTo>
                  <a:lnTo>
                    <a:pt x="531215" y="1840064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66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19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66"/>
                  </a:lnTo>
                  <a:lnTo>
                    <a:pt x="575906" y="1858581"/>
                  </a:lnTo>
                  <a:close/>
                </a:path>
                <a:path w="575944" h="1885314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292"/>
                  </a:lnTo>
                  <a:lnTo>
                    <a:pt x="559917" y="1572691"/>
                  </a:lnTo>
                  <a:lnTo>
                    <a:pt x="549719" y="1570634"/>
                  </a:lnTo>
                  <a:lnTo>
                    <a:pt x="539534" y="1572691"/>
                  </a:lnTo>
                  <a:lnTo>
                    <a:pt x="531215" y="1578292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6994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19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6994"/>
                  </a:lnTo>
                  <a:lnTo>
                    <a:pt x="575906" y="1596809"/>
                  </a:lnTo>
                  <a:close/>
                </a:path>
                <a:path w="575944" h="1885314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20"/>
                  </a:lnTo>
                  <a:lnTo>
                    <a:pt x="559917" y="1310919"/>
                  </a:lnTo>
                  <a:lnTo>
                    <a:pt x="549719" y="1308862"/>
                  </a:lnTo>
                  <a:lnTo>
                    <a:pt x="539534" y="1310919"/>
                  </a:lnTo>
                  <a:lnTo>
                    <a:pt x="531215" y="1316520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22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19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22"/>
                  </a:lnTo>
                  <a:lnTo>
                    <a:pt x="575906" y="1335036"/>
                  </a:lnTo>
                  <a:close/>
                </a:path>
                <a:path w="575944" h="1885314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47"/>
                  </a:lnTo>
                  <a:lnTo>
                    <a:pt x="559917" y="1049147"/>
                  </a:lnTo>
                  <a:lnTo>
                    <a:pt x="549719" y="1047089"/>
                  </a:lnTo>
                  <a:lnTo>
                    <a:pt x="539534" y="1049147"/>
                  </a:lnTo>
                  <a:lnTo>
                    <a:pt x="531215" y="1054747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49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19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49"/>
                  </a:lnTo>
                  <a:lnTo>
                    <a:pt x="575906" y="1073264"/>
                  </a:lnTo>
                  <a:close/>
                </a:path>
                <a:path w="575944" h="1885314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75"/>
                  </a:lnTo>
                  <a:lnTo>
                    <a:pt x="559917" y="787374"/>
                  </a:lnTo>
                  <a:lnTo>
                    <a:pt x="549719" y="785317"/>
                  </a:lnTo>
                  <a:lnTo>
                    <a:pt x="539534" y="787374"/>
                  </a:lnTo>
                  <a:lnTo>
                    <a:pt x="531215" y="792975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77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19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77"/>
                  </a:lnTo>
                  <a:lnTo>
                    <a:pt x="575906" y="811491"/>
                  </a:lnTo>
                  <a:close/>
                </a:path>
                <a:path w="575944" h="1885314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02"/>
                  </a:lnTo>
                  <a:lnTo>
                    <a:pt x="559917" y="525602"/>
                  </a:lnTo>
                  <a:lnTo>
                    <a:pt x="549719" y="523544"/>
                  </a:lnTo>
                  <a:lnTo>
                    <a:pt x="539534" y="525602"/>
                  </a:lnTo>
                  <a:lnTo>
                    <a:pt x="531215" y="531202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04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19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04"/>
                  </a:lnTo>
                  <a:lnTo>
                    <a:pt x="575906" y="549719"/>
                  </a:lnTo>
                  <a:close/>
                </a:path>
                <a:path w="575944" h="1885314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19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64"/>
                  </a:lnTo>
                  <a:lnTo>
                    <a:pt x="549719" y="314121"/>
                  </a:lnTo>
                  <a:lnTo>
                    <a:pt x="559917" y="312064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575944" h="1885314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19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292"/>
                  </a:lnTo>
                  <a:lnTo>
                    <a:pt x="549719" y="52349"/>
                  </a:lnTo>
                  <a:lnTo>
                    <a:pt x="559917" y="50292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F573B830-A963-FEBF-E4D9-F86B94F842E2}"/>
                </a:ext>
              </a:extLst>
            </p:cNvPr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44E1A56A-76AF-D632-091C-B0A3513C13F1}"/>
                </a:ext>
              </a:extLst>
            </p:cNvPr>
            <p:cNvSpPr/>
            <p:nvPr/>
          </p:nvSpPr>
          <p:spPr>
            <a:xfrm>
              <a:off x="10774745" y="5654278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38758232-AD25-BD9A-B130-289A984A7161}"/>
              </a:ext>
            </a:extLst>
          </p:cNvPr>
          <p:cNvSpPr txBox="1"/>
          <p:nvPr/>
        </p:nvSpPr>
        <p:spPr>
          <a:xfrm>
            <a:off x="12332678" y="5822120"/>
            <a:ext cx="6158865" cy="3471463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spcBef>
                <a:spcPts val="190"/>
              </a:spcBef>
            </a:pP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Ele funciona como uma "planta baixa" que </a:t>
            </a: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traduz processos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 do mundo real em </a:t>
            </a: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dados estruturados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, </a:t>
            </a: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identificando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 os </a:t>
            </a: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elementos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 principais de um sistema e como eles </a:t>
            </a: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interagem entre si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.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C3E1495A-E5F8-8FE3-AA92-E40E0B2A27E2}"/>
              </a:ext>
            </a:extLst>
          </p:cNvPr>
          <p:cNvSpPr txBox="1"/>
          <p:nvPr/>
        </p:nvSpPr>
        <p:spPr>
          <a:xfrm>
            <a:off x="12332678" y="4098774"/>
            <a:ext cx="6158864" cy="11176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0" spc="15" dirty="0">
                <a:solidFill>
                  <a:srgbClr val="333333"/>
                </a:solidFill>
                <a:latin typeface="Montserrat Light"/>
                <a:cs typeface="Montserrat Light"/>
              </a:rPr>
              <a:t>QUAL SUA</a:t>
            </a:r>
            <a:endParaRPr lang="pt-BR" sz="3600" b="0" spc="95" dirty="0">
              <a:solidFill>
                <a:srgbClr val="333333"/>
              </a:solidFill>
              <a:latin typeface="Montserrat Light"/>
              <a:cs typeface="Montserrat Light"/>
            </a:endParaRP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APLICAÇÃO?</a:t>
            </a:r>
            <a:endParaRPr sz="3600" dirty="0">
              <a:latin typeface="Montserrat ExtraBold"/>
              <a:cs typeface="Montserrat ExtraBold"/>
            </a:endParaRPr>
          </a:p>
        </p:txBody>
      </p:sp>
      <p:sp>
        <p:nvSpPr>
          <p:cNvPr id="18" name="object 15">
            <a:extLst>
              <a:ext uri="{FF2B5EF4-FFF2-40B4-BE49-F238E27FC236}">
                <a16:creationId xmlns:a16="http://schemas.microsoft.com/office/drawing/2014/main" id="{82A91B23-FDD2-5F39-3899-782445E04D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4" y="984549"/>
            <a:ext cx="14105583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MODELO RELACIONAL</a:t>
            </a:r>
            <a:br>
              <a:rPr lang="pt-BR" sz="4950" b="1" spc="-15" dirty="0">
                <a:latin typeface="Montserrat ExtraBold"/>
                <a:cs typeface="Montserrat ExtraBold"/>
              </a:rPr>
            </a:br>
            <a:r>
              <a:rPr lang="pt-BR" sz="4400" spc="-25" dirty="0">
                <a:latin typeface="Montserrat"/>
                <a:cs typeface="Montserrat ExtraBold"/>
              </a:rPr>
              <a:t>MODELO ENTIDADE RELACIONAMENTO - MER</a:t>
            </a:r>
            <a:endParaRPr sz="4950" dirty="0">
              <a:latin typeface="Montserrat"/>
              <a:cs typeface="Montserrat"/>
            </a:endParaRP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67E0D129-DE38-4603-53B5-673E3B8EC5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9" t="12167" r="4463"/>
          <a:stretch>
            <a:fillRect/>
          </a:stretch>
        </p:blipFill>
        <p:spPr>
          <a:xfrm>
            <a:off x="0" y="3557054"/>
            <a:ext cx="11820435" cy="759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332373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E385A7B-6235-F1F2-C4EC-75F56DBDB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7790B3E-A069-285A-B1B9-4C415DA0B53B}"/>
              </a:ext>
            </a:extLst>
          </p:cNvPr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7A09BF6-D2EB-B36C-F5FD-F3AA65084B62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C397B4A-3520-27AF-CAC1-2A5A727DA8AF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0F693D-2F3E-5650-0833-6D11C9DFD7B8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F44D7539-F0C5-63E8-D97C-2614DADE979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7760A538-ED15-A49E-D23C-B5DC2D1BED51}"/>
              </a:ext>
            </a:extLst>
          </p:cNvPr>
          <p:cNvGrpSpPr/>
          <p:nvPr/>
        </p:nvGrpSpPr>
        <p:grpSpPr>
          <a:xfrm>
            <a:off x="0" y="2774784"/>
            <a:ext cx="20104100" cy="8534188"/>
            <a:chOff x="0" y="2774784"/>
            <a:chExt cx="20104100" cy="8534188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4B037C34-688F-82D9-0E38-68D717D5258E}"/>
                </a:ext>
              </a:extLst>
            </p:cNvPr>
            <p:cNvSpPr/>
            <p:nvPr/>
          </p:nvSpPr>
          <p:spPr>
            <a:xfrm>
              <a:off x="0" y="8167290"/>
              <a:ext cx="20104100" cy="2984500"/>
            </a:xfrm>
            <a:custGeom>
              <a:avLst/>
              <a:gdLst/>
              <a:ahLst/>
              <a:cxnLst/>
              <a:rect l="l" t="t" r="r" b="b"/>
              <a:pathLst>
                <a:path w="20104100" h="2984500">
                  <a:moveTo>
                    <a:pt x="0" y="2984202"/>
                  </a:moveTo>
                  <a:lnTo>
                    <a:pt x="20104099" y="298420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984202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E9E8F6AD-9984-9A92-F9F2-71AEBB1E20D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36313" y="2774784"/>
              <a:ext cx="8806014" cy="8533771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70A66CA0-5E51-3ED5-B9CE-CB591E6D88AE}"/>
                </a:ext>
              </a:extLst>
            </p:cNvPr>
            <p:cNvSpPr/>
            <p:nvPr/>
          </p:nvSpPr>
          <p:spPr>
            <a:xfrm>
              <a:off x="11821838" y="3560101"/>
              <a:ext cx="7235190" cy="7591425"/>
            </a:xfrm>
            <a:custGeom>
              <a:avLst/>
              <a:gdLst/>
              <a:ahLst/>
              <a:cxnLst/>
              <a:rect l="l" t="t" r="r" b="b"/>
              <a:pathLst>
                <a:path w="7235190" h="7591425">
                  <a:moveTo>
                    <a:pt x="0" y="7591391"/>
                  </a:moveTo>
                  <a:lnTo>
                    <a:pt x="7235172" y="7591391"/>
                  </a:lnTo>
                  <a:lnTo>
                    <a:pt x="7235172" y="0"/>
                  </a:lnTo>
                  <a:lnTo>
                    <a:pt x="0" y="0"/>
                  </a:lnTo>
                  <a:lnTo>
                    <a:pt x="0" y="759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0BC696F1-C397-2BAC-9338-6ACC1BC6E084}"/>
                </a:ext>
              </a:extLst>
            </p:cNvPr>
            <p:cNvSpPr/>
            <p:nvPr/>
          </p:nvSpPr>
          <p:spPr>
            <a:xfrm>
              <a:off x="19266420" y="3560108"/>
              <a:ext cx="575945" cy="1885314"/>
            </a:xfrm>
            <a:custGeom>
              <a:avLst/>
              <a:gdLst/>
              <a:ahLst/>
              <a:cxnLst/>
              <a:rect l="l" t="t" r="r" b="b"/>
              <a:pathLst>
                <a:path w="575944" h="1885314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64"/>
                  </a:lnTo>
                  <a:lnTo>
                    <a:pt x="36372" y="1834464"/>
                  </a:lnTo>
                  <a:lnTo>
                    <a:pt x="26174" y="1832406"/>
                  </a:lnTo>
                  <a:lnTo>
                    <a:pt x="15989" y="1834464"/>
                  </a:lnTo>
                  <a:lnTo>
                    <a:pt x="7670" y="1840064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66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74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66"/>
                  </a:lnTo>
                  <a:lnTo>
                    <a:pt x="52362" y="1858581"/>
                  </a:lnTo>
                  <a:close/>
                </a:path>
                <a:path w="575944" h="1885314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292"/>
                  </a:lnTo>
                  <a:lnTo>
                    <a:pt x="36372" y="1572691"/>
                  </a:lnTo>
                  <a:lnTo>
                    <a:pt x="26174" y="1570634"/>
                  </a:lnTo>
                  <a:lnTo>
                    <a:pt x="15989" y="1572691"/>
                  </a:lnTo>
                  <a:lnTo>
                    <a:pt x="7670" y="1578292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6994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74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6994"/>
                  </a:lnTo>
                  <a:lnTo>
                    <a:pt x="52362" y="1596809"/>
                  </a:lnTo>
                  <a:close/>
                </a:path>
                <a:path w="575944" h="1885314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20"/>
                  </a:lnTo>
                  <a:lnTo>
                    <a:pt x="36372" y="1310919"/>
                  </a:lnTo>
                  <a:lnTo>
                    <a:pt x="26174" y="1308862"/>
                  </a:lnTo>
                  <a:lnTo>
                    <a:pt x="15989" y="1310919"/>
                  </a:lnTo>
                  <a:lnTo>
                    <a:pt x="7670" y="1316520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22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74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22"/>
                  </a:lnTo>
                  <a:lnTo>
                    <a:pt x="52362" y="1335036"/>
                  </a:lnTo>
                  <a:close/>
                </a:path>
                <a:path w="575944" h="1885314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47"/>
                  </a:lnTo>
                  <a:lnTo>
                    <a:pt x="36372" y="1049147"/>
                  </a:lnTo>
                  <a:lnTo>
                    <a:pt x="26174" y="1047089"/>
                  </a:lnTo>
                  <a:lnTo>
                    <a:pt x="15989" y="1049147"/>
                  </a:lnTo>
                  <a:lnTo>
                    <a:pt x="7670" y="1054747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49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74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49"/>
                  </a:lnTo>
                  <a:lnTo>
                    <a:pt x="52362" y="1073264"/>
                  </a:lnTo>
                  <a:close/>
                </a:path>
                <a:path w="575944" h="1885314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75"/>
                  </a:lnTo>
                  <a:lnTo>
                    <a:pt x="36372" y="787374"/>
                  </a:lnTo>
                  <a:lnTo>
                    <a:pt x="26174" y="785317"/>
                  </a:lnTo>
                  <a:lnTo>
                    <a:pt x="15989" y="787374"/>
                  </a:lnTo>
                  <a:lnTo>
                    <a:pt x="7670" y="792975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77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74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77"/>
                  </a:lnTo>
                  <a:lnTo>
                    <a:pt x="52362" y="811491"/>
                  </a:lnTo>
                  <a:close/>
                </a:path>
                <a:path w="575944" h="1885314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02"/>
                  </a:lnTo>
                  <a:lnTo>
                    <a:pt x="36372" y="525602"/>
                  </a:lnTo>
                  <a:lnTo>
                    <a:pt x="26174" y="523544"/>
                  </a:lnTo>
                  <a:lnTo>
                    <a:pt x="15989" y="525602"/>
                  </a:lnTo>
                  <a:lnTo>
                    <a:pt x="7670" y="531202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04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74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04"/>
                  </a:lnTo>
                  <a:lnTo>
                    <a:pt x="52362" y="549719"/>
                  </a:lnTo>
                  <a:close/>
                </a:path>
                <a:path w="575944" h="1885314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74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64"/>
                  </a:lnTo>
                  <a:lnTo>
                    <a:pt x="26174" y="314121"/>
                  </a:lnTo>
                  <a:lnTo>
                    <a:pt x="36372" y="312064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575944" h="1885314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74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74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575944" h="1885314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64"/>
                  </a:lnTo>
                  <a:lnTo>
                    <a:pt x="298145" y="1834464"/>
                  </a:lnTo>
                  <a:lnTo>
                    <a:pt x="287947" y="1832406"/>
                  </a:lnTo>
                  <a:lnTo>
                    <a:pt x="277761" y="1834464"/>
                  </a:lnTo>
                  <a:lnTo>
                    <a:pt x="269443" y="1840064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66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47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66"/>
                  </a:lnTo>
                  <a:lnTo>
                    <a:pt x="314134" y="1858581"/>
                  </a:lnTo>
                  <a:close/>
                </a:path>
                <a:path w="575944" h="1885314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292"/>
                  </a:lnTo>
                  <a:lnTo>
                    <a:pt x="298145" y="1572691"/>
                  </a:lnTo>
                  <a:lnTo>
                    <a:pt x="287947" y="1570634"/>
                  </a:lnTo>
                  <a:lnTo>
                    <a:pt x="277761" y="1572691"/>
                  </a:lnTo>
                  <a:lnTo>
                    <a:pt x="269443" y="1578292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6994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47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6994"/>
                  </a:lnTo>
                  <a:lnTo>
                    <a:pt x="314134" y="1596809"/>
                  </a:lnTo>
                  <a:close/>
                </a:path>
                <a:path w="575944" h="1885314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20"/>
                  </a:lnTo>
                  <a:lnTo>
                    <a:pt x="298145" y="1310919"/>
                  </a:lnTo>
                  <a:lnTo>
                    <a:pt x="287947" y="1308862"/>
                  </a:lnTo>
                  <a:lnTo>
                    <a:pt x="277761" y="1310919"/>
                  </a:lnTo>
                  <a:lnTo>
                    <a:pt x="269443" y="1316520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22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47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22"/>
                  </a:lnTo>
                  <a:lnTo>
                    <a:pt x="314134" y="1335036"/>
                  </a:lnTo>
                  <a:close/>
                </a:path>
                <a:path w="575944" h="1885314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47"/>
                  </a:lnTo>
                  <a:lnTo>
                    <a:pt x="298145" y="1049147"/>
                  </a:lnTo>
                  <a:lnTo>
                    <a:pt x="287947" y="1047089"/>
                  </a:lnTo>
                  <a:lnTo>
                    <a:pt x="277761" y="1049147"/>
                  </a:lnTo>
                  <a:lnTo>
                    <a:pt x="269443" y="1054747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49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47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49"/>
                  </a:lnTo>
                  <a:lnTo>
                    <a:pt x="314134" y="1073264"/>
                  </a:lnTo>
                  <a:close/>
                </a:path>
                <a:path w="575944" h="1885314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75"/>
                  </a:lnTo>
                  <a:lnTo>
                    <a:pt x="298145" y="787374"/>
                  </a:lnTo>
                  <a:lnTo>
                    <a:pt x="287947" y="785317"/>
                  </a:lnTo>
                  <a:lnTo>
                    <a:pt x="277761" y="787374"/>
                  </a:lnTo>
                  <a:lnTo>
                    <a:pt x="269443" y="792975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77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47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77"/>
                  </a:lnTo>
                  <a:lnTo>
                    <a:pt x="314134" y="811491"/>
                  </a:lnTo>
                  <a:close/>
                </a:path>
                <a:path w="575944" h="1885314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02"/>
                  </a:lnTo>
                  <a:lnTo>
                    <a:pt x="298145" y="525602"/>
                  </a:lnTo>
                  <a:lnTo>
                    <a:pt x="287947" y="523544"/>
                  </a:lnTo>
                  <a:lnTo>
                    <a:pt x="277761" y="525602"/>
                  </a:lnTo>
                  <a:lnTo>
                    <a:pt x="269443" y="531202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04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47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04"/>
                  </a:lnTo>
                  <a:lnTo>
                    <a:pt x="314134" y="549719"/>
                  </a:lnTo>
                  <a:close/>
                </a:path>
                <a:path w="575944" h="1885314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47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64"/>
                  </a:lnTo>
                  <a:lnTo>
                    <a:pt x="287947" y="314121"/>
                  </a:lnTo>
                  <a:lnTo>
                    <a:pt x="298145" y="312064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575944" h="1885314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47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292"/>
                  </a:lnTo>
                  <a:lnTo>
                    <a:pt x="287947" y="52349"/>
                  </a:lnTo>
                  <a:lnTo>
                    <a:pt x="298145" y="50292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575944" h="1885314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64"/>
                  </a:lnTo>
                  <a:lnTo>
                    <a:pt x="559917" y="1834464"/>
                  </a:lnTo>
                  <a:lnTo>
                    <a:pt x="549719" y="1832406"/>
                  </a:lnTo>
                  <a:lnTo>
                    <a:pt x="539534" y="1834464"/>
                  </a:lnTo>
                  <a:lnTo>
                    <a:pt x="531215" y="1840064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66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19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66"/>
                  </a:lnTo>
                  <a:lnTo>
                    <a:pt x="575906" y="1858581"/>
                  </a:lnTo>
                  <a:close/>
                </a:path>
                <a:path w="575944" h="1885314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292"/>
                  </a:lnTo>
                  <a:lnTo>
                    <a:pt x="559917" y="1572691"/>
                  </a:lnTo>
                  <a:lnTo>
                    <a:pt x="549719" y="1570634"/>
                  </a:lnTo>
                  <a:lnTo>
                    <a:pt x="539534" y="1572691"/>
                  </a:lnTo>
                  <a:lnTo>
                    <a:pt x="531215" y="1578292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6994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19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6994"/>
                  </a:lnTo>
                  <a:lnTo>
                    <a:pt x="575906" y="1596809"/>
                  </a:lnTo>
                  <a:close/>
                </a:path>
                <a:path w="575944" h="1885314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20"/>
                  </a:lnTo>
                  <a:lnTo>
                    <a:pt x="559917" y="1310919"/>
                  </a:lnTo>
                  <a:lnTo>
                    <a:pt x="549719" y="1308862"/>
                  </a:lnTo>
                  <a:lnTo>
                    <a:pt x="539534" y="1310919"/>
                  </a:lnTo>
                  <a:lnTo>
                    <a:pt x="531215" y="1316520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22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19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22"/>
                  </a:lnTo>
                  <a:lnTo>
                    <a:pt x="575906" y="1335036"/>
                  </a:lnTo>
                  <a:close/>
                </a:path>
                <a:path w="575944" h="1885314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47"/>
                  </a:lnTo>
                  <a:lnTo>
                    <a:pt x="559917" y="1049147"/>
                  </a:lnTo>
                  <a:lnTo>
                    <a:pt x="549719" y="1047089"/>
                  </a:lnTo>
                  <a:lnTo>
                    <a:pt x="539534" y="1049147"/>
                  </a:lnTo>
                  <a:lnTo>
                    <a:pt x="531215" y="1054747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49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19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49"/>
                  </a:lnTo>
                  <a:lnTo>
                    <a:pt x="575906" y="1073264"/>
                  </a:lnTo>
                  <a:close/>
                </a:path>
                <a:path w="575944" h="1885314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75"/>
                  </a:lnTo>
                  <a:lnTo>
                    <a:pt x="559917" y="787374"/>
                  </a:lnTo>
                  <a:lnTo>
                    <a:pt x="549719" y="785317"/>
                  </a:lnTo>
                  <a:lnTo>
                    <a:pt x="539534" y="787374"/>
                  </a:lnTo>
                  <a:lnTo>
                    <a:pt x="531215" y="792975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77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19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77"/>
                  </a:lnTo>
                  <a:lnTo>
                    <a:pt x="575906" y="811491"/>
                  </a:lnTo>
                  <a:close/>
                </a:path>
                <a:path w="575944" h="1885314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02"/>
                  </a:lnTo>
                  <a:lnTo>
                    <a:pt x="559917" y="525602"/>
                  </a:lnTo>
                  <a:lnTo>
                    <a:pt x="549719" y="523544"/>
                  </a:lnTo>
                  <a:lnTo>
                    <a:pt x="539534" y="525602"/>
                  </a:lnTo>
                  <a:lnTo>
                    <a:pt x="531215" y="531202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04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19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04"/>
                  </a:lnTo>
                  <a:lnTo>
                    <a:pt x="575906" y="549719"/>
                  </a:lnTo>
                  <a:close/>
                </a:path>
                <a:path w="575944" h="1885314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19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64"/>
                  </a:lnTo>
                  <a:lnTo>
                    <a:pt x="549719" y="314121"/>
                  </a:lnTo>
                  <a:lnTo>
                    <a:pt x="559917" y="312064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575944" h="1885314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19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292"/>
                  </a:lnTo>
                  <a:lnTo>
                    <a:pt x="549719" y="52349"/>
                  </a:lnTo>
                  <a:lnTo>
                    <a:pt x="559917" y="50292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F9F85778-A83A-007F-5D48-0626CB6BD687}"/>
                </a:ext>
              </a:extLst>
            </p:cNvPr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000BE4B1-117C-AC64-37D2-CD0F5A476A05}"/>
                </a:ext>
              </a:extLst>
            </p:cNvPr>
            <p:cNvSpPr/>
            <p:nvPr/>
          </p:nvSpPr>
          <p:spPr>
            <a:xfrm>
              <a:off x="10774745" y="5654278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2" name="Imagem 21">
            <a:extLst>
              <a:ext uri="{FF2B5EF4-FFF2-40B4-BE49-F238E27FC236}">
                <a16:creationId xmlns:a16="http://schemas.microsoft.com/office/drawing/2014/main" id="{269906F8-2E41-676A-2BDA-1C6629C13B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9" t="12167" r="4463"/>
          <a:stretch>
            <a:fillRect/>
          </a:stretch>
        </p:blipFill>
        <p:spPr>
          <a:xfrm>
            <a:off x="0" y="3557054"/>
            <a:ext cx="11820435" cy="7594543"/>
          </a:xfrm>
          <a:prstGeom prst="rect">
            <a:avLst/>
          </a:prstGeom>
        </p:spPr>
      </p:pic>
      <p:sp>
        <p:nvSpPr>
          <p:cNvPr id="16" name="object 16">
            <a:extLst>
              <a:ext uri="{FF2B5EF4-FFF2-40B4-BE49-F238E27FC236}">
                <a16:creationId xmlns:a16="http://schemas.microsoft.com/office/drawing/2014/main" id="{E97D2E7E-E97F-9988-5560-8ED0D023DDC9}"/>
              </a:ext>
            </a:extLst>
          </p:cNvPr>
          <p:cNvSpPr txBox="1"/>
          <p:nvPr/>
        </p:nvSpPr>
        <p:spPr>
          <a:xfrm>
            <a:off x="12332678" y="5822120"/>
            <a:ext cx="6158865" cy="1994136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spcBef>
                <a:spcPts val="190"/>
              </a:spcBef>
            </a:pP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Representam </a:t>
            </a: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objetos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 ou coisas do mundo real, como "Cliente", "Produto" ou "Pedido".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61027492-5D7C-06AD-192B-242861A99057}"/>
              </a:ext>
            </a:extLst>
          </p:cNvPr>
          <p:cNvSpPr txBox="1"/>
          <p:nvPr/>
        </p:nvSpPr>
        <p:spPr>
          <a:xfrm>
            <a:off x="12332678" y="4098774"/>
            <a:ext cx="6158864" cy="11176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0" spc="15" dirty="0">
                <a:solidFill>
                  <a:srgbClr val="333333"/>
                </a:solidFill>
                <a:latin typeface="Montserrat Light"/>
                <a:cs typeface="Montserrat Light"/>
              </a:rPr>
              <a:t>O QUE SÃO</a:t>
            </a:r>
            <a:endParaRPr lang="pt-BR" sz="3600" b="0" spc="95" dirty="0">
              <a:solidFill>
                <a:srgbClr val="333333"/>
              </a:solidFill>
              <a:latin typeface="Montserrat Light"/>
              <a:cs typeface="Montserrat Light"/>
            </a:endParaRP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ENTIDADE?</a:t>
            </a:r>
            <a:endParaRPr sz="3600" dirty="0">
              <a:latin typeface="Montserrat ExtraBold"/>
              <a:cs typeface="Montserrat ExtraBold"/>
            </a:endParaRPr>
          </a:p>
        </p:txBody>
      </p:sp>
      <p:sp>
        <p:nvSpPr>
          <p:cNvPr id="18" name="object 15">
            <a:extLst>
              <a:ext uri="{FF2B5EF4-FFF2-40B4-BE49-F238E27FC236}">
                <a16:creationId xmlns:a16="http://schemas.microsoft.com/office/drawing/2014/main" id="{FF9ECF71-64C1-68A2-9415-4270E0226C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4" y="984549"/>
            <a:ext cx="14105583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MODELO RELACIONAL</a:t>
            </a:r>
            <a:br>
              <a:rPr lang="pt-BR" sz="4950" b="1" spc="-15" dirty="0">
                <a:latin typeface="Montserrat ExtraBold"/>
                <a:cs typeface="Montserrat ExtraBold"/>
              </a:rPr>
            </a:br>
            <a:r>
              <a:rPr lang="pt-BR" sz="4400" spc="-25" dirty="0">
                <a:latin typeface="Montserrat"/>
                <a:cs typeface="Montserrat ExtraBold"/>
              </a:rPr>
              <a:t>MODELO ENTIDADE RELACIONAMENTO - MER</a:t>
            </a:r>
            <a:endParaRPr sz="4950" dirty="0">
              <a:latin typeface="Montserrat"/>
              <a:cs typeface="Montserrat"/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7B733006-949A-1032-A1F6-211B073B641D}"/>
              </a:ext>
            </a:extLst>
          </p:cNvPr>
          <p:cNvSpPr/>
          <p:nvPr/>
        </p:nvSpPr>
        <p:spPr>
          <a:xfrm>
            <a:off x="271506" y="3718835"/>
            <a:ext cx="2475116" cy="95462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031C274E-D5BC-C73E-9203-7B555E651A32}"/>
              </a:ext>
            </a:extLst>
          </p:cNvPr>
          <p:cNvSpPr/>
          <p:nvPr/>
        </p:nvSpPr>
        <p:spPr>
          <a:xfrm>
            <a:off x="4565650" y="3718835"/>
            <a:ext cx="2475116" cy="95462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2C4F17B6-0DB8-BA04-968D-DA60B5FE7822}"/>
              </a:ext>
            </a:extLst>
          </p:cNvPr>
          <p:cNvSpPr/>
          <p:nvPr/>
        </p:nvSpPr>
        <p:spPr>
          <a:xfrm>
            <a:off x="9215938" y="3829986"/>
            <a:ext cx="2475116" cy="95462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6847294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E08224D-B8D8-6302-C45E-B201294BA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57B75D0-DB7D-E65E-A229-066289BD8DF1}"/>
              </a:ext>
            </a:extLst>
          </p:cNvPr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5E073EA-9E11-AD29-90F3-111005423C7A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085E1C4-C171-2EBE-2F30-09157CCF9F6F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35DF6A9-EAE6-B17D-CEBD-A590DDA959D6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7D67BE6-B2A3-04CF-3259-FCD6C0D8FFD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547C9830-35A4-2D80-7542-D3658FD0D54B}"/>
              </a:ext>
            </a:extLst>
          </p:cNvPr>
          <p:cNvGrpSpPr/>
          <p:nvPr/>
        </p:nvGrpSpPr>
        <p:grpSpPr>
          <a:xfrm>
            <a:off x="0" y="2774784"/>
            <a:ext cx="20104100" cy="8534188"/>
            <a:chOff x="0" y="2774784"/>
            <a:chExt cx="20104100" cy="8534188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F41BF60F-2B8F-19A3-0A88-64FC249D20B6}"/>
                </a:ext>
              </a:extLst>
            </p:cNvPr>
            <p:cNvSpPr/>
            <p:nvPr/>
          </p:nvSpPr>
          <p:spPr>
            <a:xfrm>
              <a:off x="0" y="8167290"/>
              <a:ext cx="20104100" cy="2984500"/>
            </a:xfrm>
            <a:custGeom>
              <a:avLst/>
              <a:gdLst/>
              <a:ahLst/>
              <a:cxnLst/>
              <a:rect l="l" t="t" r="r" b="b"/>
              <a:pathLst>
                <a:path w="20104100" h="2984500">
                  <a:moveTo>
                    <a:pt x="0" y="2984202"/>
                  </a:moveTo>
                  <a:lnTo>
                    <a:pt x="20104099" y="298420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984202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ED5472D5-6DD9-1214-1802-D1C34FAE573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36313" y="2774784"/>
              <a:ext cx="8806014" cy="8533771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A204E452-E239-DFAA-2755-E3E51808D261}"/>
                </a:ext>
              </a:extLst>
            </p:cNvPr>
            <p:cNvSpPr/>
            <p:nvPr/>
          </p:nvSpPr>
          <p:spPr>
            <a:xfrm>
              <a:off x="11821838" y="3560101"/>
              <a:ext cx="7235190" cy="7591425"/>
            </a:xfrm>
            <a:custGeom>
              <a:avLst/>
              <a:gdLst/>
              <a:ahLst/>
              <a:cxnLst/>
              <a:rect l="l" t="t" r="r" b="b"/>
              <a:pathLst>
                <a:path w="7235190" h="7591425">
                  <a:moveTo>
                    <a:pt x="0" y="7591391"/>
                  </a:moveTo>
                  <a:lnTo>
                    <a:pt x="7235172" y="7591391"/>
                  </a:lnTo>
                  <a:lnTo>
                    <a:pt x="7235172" y="0"/>
                  </a:lnTo>
                  <a:lnTo>
                    <a:pt x="0" y="0"/>
                  </a:lnTo>
                  <a:lnTo>
                    <a:pt x="0" y="759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A71DB990-1433-A622-5B6C-F7BBC849AB73}"/>
                </a:ext>
              </a:extLst>
            </p:cNvPr>
            <p:cNvSpPr/>
            <p:nvPr/>
          </p:nvSpPr>
          <p:spPr>
            <a:xfrm>
              <a:off x="19266420" y="3560108"/>
              <a:ext cx="575945" cy="1885314"/>
            </a:xfrm>
            <a:custGeom>
              <a:avLst/>
              <a:gdLst/>
              <a:ahLst/>
              <a:cxnLst/>
              <a:rect l="l" t="t" r="r" b="b"/>
              <a:pathLst>
                <a:path w="575944" h="1885314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64"/>
                  </a:lnTo>
                  <a:lnTo>
                    <a:pt x="36372" y="1834464"/>
                  </a:lnTo>
                  <a:lnTo>
                    <a:pt x="26174" y="1832406"/>
                  </a:lnTo>
                  <a:lnTo>
                    <a:pt x="15989" y="1834464"/>
                  </a:lnTo>
                  <a:lnTo>
                    <a:pt x="7670" y="1840064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66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74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66"/>
                  </a:lnTo>
                  <a:lnTo>
                    <a:pt x="52362" y="1858581"/>
                  </a:lnTo>
                  <a:close/>
                </a:path>
                <a:path w="575944" h="1885314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292"/>
                  </a:lnTo>
                  <a:lnTo>
                    <a:pt x="36372" y="1572691"/>
                  </a:lnTo>
                  <a:lnTo>
                    <a:pt x="26174" y="1570634"/>
                  </a:lnTo>
                  <a:lnTo>
                    <a:pt x="15989" y="1572691"/>
                  </a:lnTo>
                  <a:lnTo>
                    <a:pt x="7670" y="1578292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6994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74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6994"/>
                  </a:lnTo>
                  <a:lnTo>
                    <a:pt x="52362" y="1596809"/>
                  </a:lnTo>
                  <a:close/>
                </a:path>
                <a:path w="575944" h="1885314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20"/>
                  </a:lnTo>
                  <a:lnTo>
                    <a:pt x="36372" y="1310919"/>
                  </a:lnTo>
                  <a:lnTo>
                    <a:pt x="26174" y="1308862"/>
                  </a:lnTo>
                  <a:lnTo>
                    <a:pt x="15989" y="1310919"/>
                  </a:lnTo>
                  <a:lnTo>
                    <a:pt x="7670" y="1316520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22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74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22"/>
                  </a:lnTo>
                  <a:lnTo>
                    <a:pt x="52362" y="1335036"/>
                  </a:lnTo>
                  <a:close/>
                </a:path>
                <a:path w="575944" h="1885314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47"/>
                  </a:lnTo>
                  <a:lnTo>
                    <a:pt x="36372" y="1049147"/>
                  </a:lnTo>
                  <a:lnTo>
                    <a:pt x="26174" y="1047089"/>
                  </a:lnTo>
                  <a:lnTo>
                    <a:pt x="15989" y="1049147"/>
                  </a:lnTo>
                  <a:lnTo>
                    <a:pt x="7670" y="1054747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49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74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49"/>
                  </a:lnTo>
                  <a:lnTo>
                    <a:pt x="52362" y="1073264"/>
                  </a:lnTo>
                  <a:close/>
                </a:path>
                <a:path w="575944" h="1885314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75"/>
                  </a:lnTo>
                  <a:lnTo>
                    <a:pt x="36372" y="787374"/>
                  </a:lnTo>
                  <a:lnTo>
                    <a:pt x="26174" y="785317"/>
                  </a:lnTo>
                  <a:lnTo>
                    <a:pt x="15989" y="787374"/>
                  </a:lnTo>
                  <a:lnTo>
                    <a:pt x="7670" y="792975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77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74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77"/>
                  </a:lnTo>
                  <a:lnTo>
                    <a:pt x="52362" y="811491"/>
                  </a:lnTo>
                  <a:close/>
                </a:path>
                <a:path w="575944" h="1885314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02"/>
                  </a:lnTo>
                  <a:lnTo>
                    <a:pt x="36372" y="525602"/>
                  </a:lnTo>
                  <a:lnTo>
                    <a:pt x="26174" y="523544"/>
                  </a:lnTo>
                  <a:lnTo>
                    <a:pt x="15989" y="525602"/>
                  </a:lnTo>
                  <a:lnTo>
                    <a:pt x="7670" y="531202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04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74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04"/>
                  </a:lnTo>
                  <a:lnTo>
                    <a:pt x="52362" y="549719"/>
                  </a:lnTo>
                  <a:close/>
                </a:path>
                <a:path w="575944" h="1885314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74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64"/>
                  </a:lnTo>
                  <a:lnTo>
                    <a:pt x="26174" y="314121"/>
                  </a:lnTo>
                  <a:lnTo>
                    <a:pt x="36372" y="312064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575944" h="1885314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74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74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575944" h="1885314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64"/>
                  </a:lnTo>
                  <a:lnTo>
                    <a:pt x="298145" y="1834464"/>
                  </a:lnTo>
                  <a:lnTo>
                    <a:pt x="287947" y="1832406"/>
                  </a:lnTo>
                  <a:lnTo>
                    <a:pt x="277761" y="1834464"/>
                  </a:lnTo>
                  <a:lnTo>
                    <a:pt x="269443" y="1840064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66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47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66"/>
                  </a:lnTo>
                  <a:lnTo>
                    <a:pt x="314134" y="1858581"/>
                  </a:lnTo>
                  <a:close/>
                </a:path>
                <a:path w="575944" h="1885314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292"/>
                  </a:lnTo>
                  <a:lnTo>
                    <a:pt x="298145" y="1572691"/>
                  </a:lnTo>
                  <a:lnTo>
                    <a:pt x="287947" y="1570634"/>
                  </a:lnTo>
                  <a:lnTo>
                    <a:pt x="277761" y="1572691"/>
                  </a:lnTo>
                  <a:lnTo>
                    <a:pt x="269443" y="1578292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6994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47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6994"/>
                  </a:lnTo>
                  <a:lnTo>
                    <a:pt x="314134" y="1596809"/>
                  </a:lnTo>
                  <a:close/>
                </a:path>
                <a:path w="575944" h="1885314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20"/>
                  </a:lnTo>
                  <a:lnTo>
                    <a:pt x="298145" y="1310919"/>
                  </a:lnTo>
                  <a:lnTo>
                    <a:pt x="287947" y="1308862"/>
                  </a:lnTo>
                  <a:lnTo>
                    <a:pt x="277761" y="1310919"/>
                  </a:lnTo>
                  <a:lnTo>
                    <a:pt x="269443" y="1316520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22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47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22"/>
                  </a:lnTo>
                  <a:lnTo>
                    <a:pt x="314134" y="1335036"/>
                  </a:lnTo>
                  <a:close/>
                </a:path>
                <a:path w="575944" h="1885314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47"/>
                  </a:lnTo>
                  <a:lnTo>
                    <a:pt x="298145" y="1049147"/>
                  </a:lnTo>
                  <a:lnTo>
                    <a:pt x="287947" y="1047089"/>
                  </a:lnTo>
                  <a:lnTo>
                    <a:pt x="277761" y="1049147"/>
                  </a:lnTo>
                  <a:lnTo>
                    <a:pt x="269443" y="1054747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49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47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49"/>
                  </a:lnTo>
                  <a:lnTo>
                    <a:pt x="314134" y="1073264"/>
                  </a:lnTo>
                  <a:close/>
                </a:path>
                <a:path w="575944" h="1885314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75"/>
                  </a:lnTo>
                  <a:lnTo>
                    <a:pt x="298145" y="787374"/>
                  </a:lnTo>
                  <a:lnTo>
                    <a:pt x="287947" y="785317"/>
                  </a:lnTo>
                  <a:lnTo>
                    <a:pt x="277761" y="787374"/>
                  </a:lnTo>
                  <a:lnTo>
                    <a:pt x="269443" y="792975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77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47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77"/>
                  </a:lnTo>
                  <a:lnTo>
                    <a:pt x="314134" y="811491"/>
                  </a:lnTo>
                  <a:close/>
                </a:path>
                <a:path w="575944" h="1885314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02"/>
                  </a:lnTo>
                  <a:lnTo>
                    <a:pt x="298145" y="525602"/>
                  </a:lnTo>
                  <a:lnTo>
                    <a:pt x="287947" y="523544"/>
                  </a:lnTo>
                  <a:lnTo>
                    <a:pt x="277761" y="525602"/>
                  </a:lnTo>
                  <a:lnTo>
                    <a:pt x="269443" y="531202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04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47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04"/>
                  </a:lnTo>
                  <a:lnTo>
                    <a:pt x="314134" y="549719"/>
                  </a:lnTo>
                  <a:close/>
                </a:path>
                <a:path w="575944" h="1885314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47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64"/>
                  </a:lnTo>
                  <a:lnTo>
                    <a:pt x="287947" y="314121"/>
                  </a:lnTo>
                  <a:lnTo>
                    <a:pt x="298145" y="312064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575944" h="1885314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47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292"/>
                  </a:lnTo>
                  <a:lnTo>
                    <a:pt x="287947" y="52349"/>
                  </a:lnTo>
                  <a:lnTo>
                    <a:pt x="298145" y="50292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575944" h="1885314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64"/>
                  </a:lnTo>
                  <a:lnTo>
                    <a:pt x="559917" y="1834464"/>
                  </a:lnTo>
                  <a:lnTo>
                    <a:pt x="549719" y="1832406"/>
                  </a:lnTo>
                  <a:lnTo>
                    <a:pt x="539534" y="1834464"/>
                  </a:lnTo>
                  <a:lnTo>
                    <a:pt x="531215" y="1840064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66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19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66"/>
                  </a:lnTo>
                  <a:lnTo>
                    <a:pt x="575906" y="1858581"/>
                  </a:lnTo>
                  <a:close/>
                </a:path>
                <a:path w="575944" h="1885314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292"/>
                  </a:lnTo>
                  <a:lnTo>
                    <a:pt x="559917" y="1572691"/>
                  </a:lnTo>
                  <a:lnTo>
                    <a:pt x="549719" y="1570634"/>
                  </a:lnTo>
                  <a:lnTo>
                    <a:pt x="539534" y="1572691"/>
                  </a:lnTo>
                  <a:lnTo>
                    <a:pt x="531215" y="1578292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6994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19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6994"/>
                  </a:lnTo>
                  <a:lnTo>
                    <a:pt x="575906" y="1596809"/>
                  </a:lnTo>
                  <a:close/>
                </a:path>
                <a:path w="575944" h="1885314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20"/>
                  </a:lnTo>
                  <a:lnTo>
                    <a:pt x="559917" y="1310919"/>
                  </a:lnTo>
                  <a:lnTo>
                    <a:pt x="549719" y="1308862"/>
                  </a:lnTo>
                  <a:lnTo>
                    <a:pt x="539534" y="1310919"/>
                  </a:lnTo>
                  <a:lnTo>
                    <a:pt x="531215" y="1316520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22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19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22"/>
                  </a:lnTo>
                  <a:lnTo>
                    <a:pt x="575906" y="1335036"/>
                  </a:lnTo>
                  <a:close/>
                </a:path>
                <a:path w="575944" h="1885314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47"/>
                  </a:lnTo>
                  <a:lnTo>
                    <a:pt x="559917" y="1049147"/>
                  </a:lnTo>
                  <a:lnTo>
                    <a:pt x="549719" y="1047089"/>
                  </a:lnTo>
                  <a:lnTo>
                    <a:pt x="539534" y="1049147"/>
                  </a:lnTo>
                  <a:lnTo>
                    <a:pt x="531215" y="1054747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49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19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49"/>
                  </a:lnTo>
                  <a:lnTo>
                    <a:pt x="575906" y="1073264"/>
                  </a:lnTo>
                  <a:close/>
                </a:path>
                <a:path w="575944" h="1885314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75"/>
                  </a:lnTo>
                  <a:lnTo>
                    <a:pt x="559917" y="787374"/>
                  </a:lnTo>
                  <a:lnTo>
                    <a:pt x="549719" y="785317"/>
                  </a:lnTo>
                  <a:lnTo>
                    <a:pt x="539534" y="787374"/>
                  </a:lnTo>
                  <a:lnTo>
                    <a:pt x="531215" y="792975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77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19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77"/>
                  </a:lnTo>
                  <a:lnTo>
                    <a:pt x="575906" y="811491"/>
                  </a:lnTo>
                  <a:close/>
                </a:path>
                <a:path w="575944" h="1885314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02"/>
                  </a:lnTo>
                  <a:lnTo>
                    <a:pt x="559917" y="525602"/>
                  </a:lnTo>
                  <a:lnTo>
                    <a:pt x="549719" y="523544"/>
                  </a:lnTo>
                  <a:lnTo>
                    <a:pt x="539534" y="525602"/>
                  </a:lnTo>
                  <a:lnTo>
                    <a:pt x="531215" y="531202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04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19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04"/>
                  </a:lnTo>
                  <a:lnTo>
                    <a:pt x="575906" y="549719"/>
                  </a:lnTo>
                  <a:close/>
                </a:path>
                <a:path w="575944" h="1885314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19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64"/>
                  </a:lnTo>
                  <a:lnTo>
                    <a:pt x="549719" y="314121"/>
                  </a:lnTo>
                  <a:lnTo>
                    <a:pt x="559917" y="312064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575944" h="1885314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19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292"/>
                  </a:lnTo>
                  <a:lnTo>
                    <a:pt x="549719" y="52349"/>
                  </a:lnTo>
                  <a:lnTo>
                    <a:pt x="559917" y="50292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E3742746-FA7E-764F-4B3C-9807AA0450EF}"/>
                </a:ext>
              </a:extLst>
            </p:cNvPr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F541F95F-F08D-A9E0-24C4-4AD27BB0FEB8}"/>
                </a:ext>
              </a:extLst>
            </p:cNvPr>
            <p:cNvSpPr/>
            <p:nvPr/>
          </p:nvSpPr>
          <p:spPr>
            <a:xfrm>
              <a:off x="10774745" y="5654278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9774C2A5-C536-F1C9-3B77-77BC738C1AA3}"/>
              </a:ext>
            </a:extLst>
          </p:cNvPr>
          <p:cNvSpPr txBox="1"/>
          <p:nvPr/>
        </p:nvSpPr>
        <p:spPr>
          <a:xfrm>
            <a:off x="12332678" y="5822120"/>
            <a:ext cx="6158865" cy="4015202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spcBef>
                <a:spcPts val="190"/>
              </a:spcBef>
            </a:pP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São as </a:t>
            </a: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características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 ou </a:t>
            </a: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propriedades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 de cada entidade. </a:t>
            </a:r>
          </a:p>
          <a:p>
            <a:pPr marL="12700" marR="5080">
              <a:spcBef>
                <a:spcPts val="190"/>
              </a:spcBef>
            </a:pPr>
            <a:endParaRPr lang="pt-BR" sz="3200" spc="-20" dirty="0">
              <a:solidFill>
                <a:srgbClr val="4D4D4D"/>
              </a:solidFill>
              <a:latin typeface="Montserrat"/>
              <a:cs typeface="Montserrat"/>
            </a:endParaRPr>
          </a:p>
          <a:p>
            <a:pPr marL="12700" marR="5080">
              <a:spcBef>
                <a:spcPts val="190"/>
              </a:spcBef>
            </a:pP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Por exemplo, a </a:t>
            </a: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entidade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 "Cliente" possui os </a:t>
            </a: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atributos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: “nome", “</a:t>
            </a:r>
            <a:r>
              <a:rPr lang="pt-BR" sz="3200" spc="-20" dirty="0" err="1">
                <a:solidFill>
                  <a:srgbClr val="4D4D4D"/>
                </a:solidFill>
                <a:latin typeface="Montserrat"/>
                <a:cs typeface="Montserrat"/>
              </a:rPr>
              <a:t>cpf_cnpj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“, “</a:t>
            </a:r>
            <a:r>
              <a:rPr lang="pt-BR" sz="3200" spc="-20" dirty="0" err="1">
                <a:solidFill>
                  <a:srgbClr val="4D4D4D"/>
                </a:solidFill>
                <a:latin typeface="Montserrat"/>
                <a:cs typeface="Montserrat"/>
              </a:rPr>
              <a:t>email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” e etc.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4BFDA130-4A1B-56F1-8CEF-A1F5B0E0E950}"/>
              </a:ext>
            </a:extLst>
          </p:cNvPr>
          <p:cNvSpPr txBox="1"/>
          <p:nvPr/>
        </p:nvSpPr>
        <p:spPr>
          <a:xfrm>
            <a:off x="12332678" y="4098774"/>
            <a:ext cx="6158864" cy="11176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0" spc="15" dirty="0">
                <a:solidFill>
                  <a:srgbClr val="333333"/>
                </a:solidFill>
                <a:latin typeface="Montserrat Light"/>
                <a:cs typeface="Montserrat Light"/>
              </a:rPr>
              <a:t>O QUE SÃO</a:t>
            </a:r>
            <a:endParaRPr lang="pt-BR" sz="3600" b="0" spc="95" dirty="0">
              <a:solidFill>
                <a:srgbClr val="333333"/>
              </a:solidFill>
              <a:latin typeface="Montserrat Light"/>
              <a:cs typeface="Montserrat Light"/>
            </a:endParaRP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ATRIBUTOS?</a:t>
            </a:r>
            <a:endParaRPr sz="3600" dirty="0">
              <a:latin typeface="Montserrat ExtraBold"/>
              <a:cs typeface="Montserrat ExtraBold"/>
            </a:endParaRPr>
          </a:p>
        </p:txBody>
      </p:sp>
      <p:sp>
        <p:nvSpPr>
          <p:cNvPr id="18" name="object 15">
            <a:extLst>
              <a:ext uri="{FF2B5EF4-FFF2-40B4-BE49-F238E27FC236}">
                <a16:creationId xmlns:a16="http://schemas.microsoft.com/office/drawing/2014/main" id="{8B4E9AD9-7A40-232B-7B07-5FEBADE487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4" y="984549"/>
            <a:ext cx="14105583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MODELO RELACIONAL</a:t>
            </a:r>
            <a:br>
              <a:rPr lang="pt-BR" sz="4950" b="1" spc="-15" dirty="0">
                <a:latin typeface="Montserrat ExtraBold"/>
                <a:cs typeface="Montserrat ExtraBold"/>
              </a:rPr>
            </a:br>
            <a:r>
              <a:rPr lang="pt-BR" sz="4400" spc="-25" dirty="0">
                <a:latin typeface="Montserrat"/>
                <a:cs typeface="Montserrat ExtraBold"/>
              </a:rPr>
              <a:t>MODELO ENTIDADE RELACIONAMENTO - MER</a:t>
            </a:r>
            <a:endParaRPr sz="4950" dirty="0">
              <a:latin typeface="Montserrat"/>
              <a:cs typeface="Montserrat"/>
            </a:endParaRPr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1B6BDF0B-3754-C5A1-CCB1-0B8D31FEA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9" t="12167" r="4463"/>
          <a:stretch>
            <a:fillRect/>
          </a:stretch>
        </p:blipFill>
        <p:spPr>
          <a:xfrm>
            <a:off x="0" y="3557054"/>
            <a:ext cx="11820435" cy="7594543"/>
          </a:xfrm>
          <a:prstGeom prst="rect">
            <a:avLst/>
          </a:prstGeom>
        </p:spPr>
      </p:pic>
      <p:sp>
        <p:nvSpPr>
          <p:cNvPr id="21" name="Retângulo 20">
            <a:extLst>
              <a:ext uri="{FF2B5EF4-FFF2-40B4-BE49-F238E27FC236}">
                <a16:creationId xmlns:a16="http://schemas.microsoft.com/office/drawing/2014/main" id="{F2F2021C-BC0A-0D30-802A-C70783F39AD6}"/>
              </a:ext>
            </a:extLst>
          </p:cNvPr>
          <p:cNvSpPr/>
          <p:nvPr/>
        </p:nvSpPr>
        <p:spPr>
          <a:xfrm>
            <a:off x="374650" y="4664078"/>
            <a:ext cx="1981200" cy="281938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7B9890D-1CD5-D755-7931-B9FCFCE9B7F9}"/>
              </a:ext>
            </a:extLst>
          </p:cNvPr>
          <p:cNvSpPr/>
          <p:nvPr/>
        </p:nvSpPr>
        <p:spPr>
          <a:xfrm>
            <a:off x="4714881" y="4690819"/>
            <a:ext cx="1981200" cy="281938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6D2FBEB3-BF63-7196-86E8-49027CDA5FDF}"/>
              </a:ext>
            </a:extLst>
          </p:cNvPr>
          <p:cNvSpPr/>
          <p:nvPr/>
        </p:nvSpPr>
        <p:spPr>
          <a:xfrm>
            <a:off x="9428474" y="4611318"/>
            <a:ext cx="1981200" cy="281938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9754796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EAAE049-871A-906E-E1CE-31F51A5AF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5892F8E-7DBB-861B-F075-64A686DBE00D}"/>
              </a:ext>
            </a:extLst>
          </p:cNvPr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875F95B-41A8-A6C4-CF51-2398E613F29F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798269C-ED47-FFC7-67E4-F16B1FD11DE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4779A2B-A706-1BC8-1DCE-FD16370BEF86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C6B3A7B1-22F3-A411-6045-346AE12E94D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B9BAAFEC-BBFC-56CE-5C87-3BB646704061}"/>
              </a:ext>
            </a:extLst>
          </p:cNvPr>
          <p:cNvGrpSpPr/>
          <p:nvPr/>
        </p:nvGrpSpPr>
        <p:grpSpPr>
          <a:xfrm>
            <a:off x="0" y="2774784"/>
            <a:ext cx="20104100" cy="8534188"/>
            <a:chOff x="0" y="2774784"/>
            <a:chExt cx="20104100" cy="8534188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85038548-6E8C-03A3-F064-516DA68F9270}"/>
                </a:ext>
              </a:extLst>
            </p:cNvPr>
            <p:cNvSpPr/>
            <p:nvPr/>
          </p:nvSpPr>
          <p:spPr>
            <a:xfrm>
              <a:off x="0" y="8167290"/>
              <a:ext cx="20104100" cy="2984500"/>
            </a:xfrm>
            <a:custGeom>
              <a:avLst/>
              <a:gdLst/>
              <a:ahLst/>
              <a:cxnLst/>
              <a:rect l="l" t="t" r="r" b="b"/>
              <a:pathLst>
                <a:path w="20104100" h="2984500">
                  <a:moveTo>
                    <a:pt x="0" y="2984202"/>
                  </a:moveTo>
                  <a:lnTo>
                    <a:pt x="20104099" y="298420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984202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D9A1DC24-C68B-FEA6-FBE0-A7F96842925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36313" y="2774784"/>
              <a:ext cx="8806014" cy="8533771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1BBE0A21-1AB2-76CD-EA63-AF685C0E1384}"/>
                </a:ext>
              </a:extLst>
            </p:cNvPr>
            <p:cNvSpPr/>
            <p:nvPr/>
          </p:nvSpPr>
          <p:spPr>
            <a:xfrm>
              <a:off x="11821838" y="3560101"/>
              <a:ext cx="7235190" cy="7591425"/>
            </a:xfrm>
            <a:custGeom>
              <a:avLst/>
              <a:gdLst/>
              <a:ahLst/>
              <a:cxnLst/>
              <a:rect l="l" t="t" r="r" b="b"/>
              <a:pathLst>
                <a:path w="7235190" h="7591425">
                  <a:moveTo>
                    <a:pt x="0" y="7591391"/>
                  </a:moveTo>
                  <a:lnTo>
                    <a:pt x="7235172" y="7591391"/>
                  </a:lnTo>
                  <a:lnTo>
                    <a:pt x="7235172" y="0"/>
                  </a:lnTo>
                  <a:lnTo>
                    <a:pt x="0" y="0"/>
                  </a:lnTo>
                  <a:lnTo>
                    <a:pt x="0" y="759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8E31D373-A24D-09B2-FED8-8AD58418F8FD}"/>
                </a:ext>
              </a:extLst>
            </p:cNvPr>
            <p:cNvSpPr/>
            <p:nvPr/>
          </p:nvSpPr>
          <p:spPr>
            <a:xfrm>
              <a:off x="19266420" y="3560108"/>
              <a:ext cx="575945" cy="1885314"/>
            </a:xfrm>
            <a:custGeom>
              <a:avLst/>
              <a:gdLst/>
              <a:ahLst/>
              <a:cxnLst/>
              <a:rect l="l" t="t" r="r" b="b"/>
              <a:pathLst>
                <a:path w="575944" h="1885314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64"/>
                  </a:lnTo>
                  <a:lnTo>
                    <a:pt x="36372" y="1834464"/>
                  </a:lnTo>
                  <a:lnTo>
                    <a:pt x="26174" y="1832406"/>
                  </a:lnTo>
                  <a:lnTo>
                    <a:pt x="15989" y="1834464"/>
                  </a:lnTo>
                  <a:lnTo>
                    <a:pt x="7670" y="1840064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66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74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66"/>
                  </a:lnTo>
                  <a:lnTo>
                    <a:pt x="52362" y="1858581"/>
                  </a:lnTo>
                  <a:close/>
                </a:path>
                <a:path w="575944" h="1885314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292"/>
                  </a:lnTo>
                  <a:lnTo>
                    <a:pt x="36372" y="1572691"/>
                  </a:lnTo>
                  <a:lnTo>
                    <a:pt x="26174" y="1570634"/>
                  </a:lnTo>
                  <a:lnTo>
                    <a:pt x="15989" y="1572691"/>
                  </a:lnTo>
                  <a:lnTo>
                    <a:pt x="7670" y="1578292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6994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74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6994"/>
                  </a:lnTo>
                  <a:lnTo>
                    <a:pt x="52362" y="1596809"/>
                  </a:lnTo>
                  <a:close/>
                </a:path>
                <a:path w="575944" h="1885314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20"/>
                  </a:lnTo>
                  <a:lnTo>
                    <a:pt x="36372" y="1310919"/>
                  </a:lnTo>
                  <a:lnTo>
                    <a:pt x="26174" y="1308862"/>
                  </a:lnTo>
                  <a:lnTo>
                    <a:pt x="15989" y="1310919"/>
                  </a:lnTo>
                  <a:lnTo>
                    <a:pt x="7670" y="1316520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22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74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22"/>
                  </a:lnTo>
                  <a:lnTo>
                    <a:pt x="52362" y="1335036"/>
                  </a:lnTo>
                  <a:close/>
                </a:path>
                <a:path w="575944" h="1885314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47"/>
                  </a:lnTo>
                  <a:lnTo>
                    <a:pt x="36372" y="1049147"/>
                  </a:lnTo>
                  <a:lnTo>
                    <a:pt x="26174" y="1047089"/>
                  </a:lnTo>
                  <a:lnTo>
                    <a:pt x="15989" y="1049147"/>
                  </a:lnTo>
                  <a:lnTo>
                    <a:pt x="7670" y="1054747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49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74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49"/>
                  </a:lnTo>
                  <a:lnTo>
                    <a:pt x="52362" y="1073264"/>
                  </a:lnTo>
                  <a:close/>
                </a:path>
                <a:path w="575944" h="1885314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75"/>
                  </a:lnTo>
                  <a:lnTo>
                    <a:pt x="36372" y="787374"/>
                  </a:lnTo>
                  <a:lnTo>
                    <a:pt x="26174" y="785317"/>
                  </a:lnTo>
                  <a:lnTo>
                    <a:pt x="15989" y="787374"/>
                  </a:lnTo>
                  <a:lnTo>
                    <a:pt x="7670" y="792975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77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74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77"/>
                  </a:lnTo>
                  <a:lnTo>
                    <a:pt x="52362" y="811491"/>
                  </a:lnTo>
                  <a:close/>
                </a:path>
                <a:path w="575944" h="1885314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02"/>
                  </a:lnTo>
                  <a:lnTo>
                    <a:pt x="36372" y="525602"/>
                  </a:lnTo>
                  <a:lnTo>
                    <a:pt x="26174" y="523544"/>
                  </a:lnTo>
                  <a:lnTo>
                    <a:pt x="15989" y="525602"/>
                  </a:lnTo>
                  <a:lnTo>
                    <a:pt x="7670" y="531202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04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74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04"/>
                  </a:lnTo>
                  <a:lnTo>
                    <a:pt x="52362" y="549719"/>
                  </a:lnTo>
                  <a:close/>
                </a:path>
                <a:path w="575944" h="1885314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74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64"/>
                  </a:lnTo>
                  <a:lnTo>
                    <a:pt x="26174" y="314121"/>
                  </a:lnTo>
                  <a:lnTo>
                    <a:pt x="36372" y="312064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575944" h="1885314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74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74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575944" h="1885314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64"/>
                  </a:lnTo>
                  <a:lnTo>
                    <a:pt x="298145" y="1834464"/>
                  </a:lnTo>
                  <a:lnTo>
                    <a:pt x="287947" y="1832406"/>
                  </a:lnTo>
                  <a:lnTo>
                    <a:pt x="277761" y="1834464"/>
                  </a:lnTo>
                  <a:lnTo>
                    <a:pt x="269443" y="1840064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66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47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66"/>
                  </a:lnTo>
                  <a:lnTo>
                    <a:pt x="314134" y="1858581"/>
                  </a:lnTo>
                  <a:close/>
                </a:path>
                <a:path w="575944" h="1885314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292"/>
                  </a:lnTo>
                  <a:lnTo>
                    <a:pt x="298145" y="1572691"/>
                  </a:lnTo>
                  <a:lnTo>
                    <a:pt x="287947" y="1570634"/>
                  </a:lnTo>
                  <a:lnTo>
                    <a:pt x="277761" y="1572691"/>
                  </a:lnTo>
                  <a:lnTo>
                    <a:pt x="269443" y="1578292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6994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47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6994"/>
                  </a:lnTo>
                  <a:lnTo>
                    <a:pt x="314134" y="1596809"/>
                  </a:lnTo>
                  <a:close/>
                </a:path>
                <a:path w="575944" h="1885314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20"/>
                  </a:lnTo>
                  <a:lnTo>
                    <a:pt x="298145" y="1310919"/>
                  </a:lnTo>
                  <a:lnTo>
                    <a:pt x="287947" y="1308862"/>
                  </a:lnTo>
                  <a:lnTo>
                    <a:pt x="277761" y="1310919"/>
                  </a:lnTo>
                  <a:lnTo>
                    <a:pt x="269443" y="1316520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22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47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22"/>
                  </a:lnTo>
                  <a:lnTo>
                    <a:pt x="314134" y="1335036"/>
                  </a:lnTo>
                  <a:close/>
                </a:path>
                <a:path w="575944" h="1885314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47"/>
                  </a:lnTo>
                  <a:lnTo>
                    <a:pt x="298145" y="1049147"/>
                  </a:lnTo>
                  <a:lnTo>
                    <a:pt x="287947" y="1047089"/>
                  </a:lnTo>
                  <a:lnTo>
                    <a:pt x="277761" y="1049147"/>
                  </a:lnTo>
                  <a:lnTo>
                    <a:pt x="269443" y="1054747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49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47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49"/>
                  </a:lnTo>
                  <a:lnTo>
                    <a:pt x="314134" y="1073264"/>
                  </a:lnTo>
                  <a:close/>
                </a:path>
                <a:path w="575944" h="1885314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75"/>
                  </a:lnTo>
                  <a:lnTo>
                    <a:pt x="298145" y="787374"/>
                  </a:lnTo>
                  <a:lnTo>
                    <a:pt x="287947" y="785317"/>
                  </a:lnTo>
                  <a:lnTo>
                    <a:pt x="277761" y="787374"/>
                  </a:lnTo>
                  <a:lnTo>
                    <a:pt x="269443" y="792975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77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47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77"/>
                  </a:lnTo>
                  <a:lnTo>
                    <a:pt x="314134" y="811491"/>
                  </a:lnTo>
                  <a:close/>
                </a:path>
                <a:path w="575944" h="1885314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02"/>
                  </a:lnTo>
                  <a:lnTo>
                    <a:pt x="298145" y="525602"/>
                  </a:lnTo>
                  <a:lnTo>
                    <a:pt x="287947" y="523544"/>
                  </a:lnTo>
                  <a:lnTo>
                    <a:pt x="277761" y="525602"/>
                  </a:lnTo>
                  <a:lnTo>
                    <a:pt x="269443" y="531202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04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47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04"/>
                  </a:lnTo>
                  <a:lnTo>
                    <a:pt x="314134" y="549719"/>
                  </a:lnTo>
                  <a:close/>
                </a:path>
                <a:path w="575944" h="1885314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47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64"/>
                  </a:lnTo>
                  <a:lnTo>
                    <a:pt x="287947" y="314121"/>
                  </a:lnTo>
                  <a:lnTo>
                    <a:pt x="298145" y="312064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575944" h="1885314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47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292"/>
                  </a:lnTo>
                  <a:lnTo>
                    <a:pt x="287947" y="52349"/>
                  </a:lnTo>
                  <a:lnTo>
                    <a:pt x="298145" y="50292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575944" h="1885314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64"/>
                  </a:lnTo>
                  <a:lnTo>
                    <a:pt x="559917" y="1834464"/>
                  </a:lnTo>
                  <a:lnTo>
                    <a:pt x="549719" y="1832406"/>
                  </a:lnTo>
                  <a:lnTo>
                    <a:pt x="539534" y="1834464"/>
                  </a:lnTo>
                  <a:lnTo>
                    <a:pt x="531215" y="1840064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66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19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66"/>
                  </a:lnTo>
                  <a:lnTo>
                    <a:pt x="575906" y="1858581"/>
                  </a:lnTo>
                  <a:close/>
                </a:path>
                <a:path w="575944" h="1885314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292"/>
                  </a:lnTo>
                  <a:lnTo>
                    <a:pt x="559917" y="1572691"/>
                  </a:lnTo>
                  <a:lnTo>
                    <a:pt x="549719" y="1570634"/>
                  </a:lnTo>
                  <a:lnTo>
                    <a:pt x="539534" y="1572691"/>
                  </a:lnTo>
                  <a:lnTo>
                    <a:pt x="531215" y="1578292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6994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19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6994"/>
                  </a:lnTo>
                  <a:lnTo>
                    <a:pt x="575906" y="1596809"/>
                  </a:lnTo>
                  <a:close/>
                </a:path>
                <a:path w="575944" h="1885314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20"/>
                  </a:lnTo>
                  <a:lnTo>
                    <a:pt x="559917" y="1310919"/>
                  </a:lnTo>
                  <a:lnTo>
                    <a:pt x="549719" y="1308862"/>
                  </a:lnTo>
                  <a:lnTo>
                    <a:pt x="539534" y="1310919"/>
                  </a:lnTo>
                  <a:lnTo>
                    <a:pt x="531215" y="1316520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22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19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22"/>
                  </a:lnTo>
                  <a:lnTo>
                    <a:pt x="575906" y="1335036"/>
                  </a:lnTo>
                  <a:close/>
                </a:path>
                <a:path w="575944" h="1885314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47"/>
                  </a:lnTo>
                  <a:lnTo>
                    <a:pt x="559917" y="1049147"/>
                  </a:lnTo>
                  <a:lnTo>
                    <a:pt x="549719" y="1047089"/>
                  </a:lnTo>
                  <a:lnTo>
                    <a:pt x="539534" y="1049147"/>
                  </a:lnTo>
                  <a:lnTo>
                    <a:pt x="531215" y="1054747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49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19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49"/>
                  </a:lnTo>
                  <a:lnTo>
                    <a:pt x="575906" y="1073264"/>
                  </a:lnTo>
                  <a:close/>
                </a:path>
                <a:path w="575944" h="1885314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75"/>
                  </a:lnTo>
                  <a:lnTo>
                    <a:pt x="559917" y="787374"/>
                  </a:lnTo>
                  <a:lnTo>
                    <a:pt x="549719" y="785317"/>
                  </a:lnTo>
                  <a:lnTo>
                    <a:pt x="539534" y="787374"/>
                  </a:lnTo>
                  <a:lnTo>
                    <a:pt x="531215" y="792975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77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19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77"/>
                  </a:lnTo>
                  <a:lnTo>
                    <a:pt x="575906" y="811491"/>
                  </a:lnTo>
                  <a:close/>
                </a:path>
                <a:path w="575944" h="1885314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02"/>
                  </a:lnTo>
                  <a:lnTo>
                    <a:pt x="559917" y="525602"/>
                  </a:lnTo>
                  <a:lnTo>
                    <a:pt x="549719" y="523544"/>
                  </a:lnTo>
                  <a:lnTo>
                    <a:pt x="539534" y="525602"/>
                  </a:lnTo>
                  <a:lnTo>
                    <a:pt x="531215" y="531202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04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19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04"/>
                  </a:lnTo>
                  <a:lnTo>
                    <a:pt x="575906" y="549719"/>
                  </a:lnTo>
                  <a:close/>
                </a:path>
                <a:path w="575944" h="1885314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19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64"/>
                  </a:lnTo>
                  <a:lnTo>
                    <a:pt x="549719" y="314121"/>
                  </a:lnTo>
                  <a:lnTo>
                    <a:pt x="559917" y="312064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575944" h="1885314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19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292"/>
                  </a:lnTo>
                  <a:lnTo>
                    <a:pt x="549719" y="52349"/>
                  </a:lnTo>
                  <a:lnTo>
                    <a:pt x="559917" y="50292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E6D41815-F503-AC29-3019-F5AEF4B98611}"/>
                </a:ext>
              </a:extLst>
            </p:cNvPr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31578A2E-DA08-45A2-AD20-24F1CF3A144E}"/>
                </a:ext>
              </a:extLst>
            </p:cNvPr>
            <p:cNvSpPr/>
            <p:nvPr/>
          </p:nvSpPr>
          <p:spPr>
            <a:xfrm>
              <a:off x="10774745" y="5654278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" name="Imagem 18">
            <a:extLst>
              <a:ext uri="{FF2B5EF4-FFF2-40B4-BE49-F238E27FC236}">
                <a16:creationId xmlns:a16="http://schemas.microsoft.com/office/drawing/2014/main" id="{AA0427BA-1DC3-0D32-CD9F-94F66FBB52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9" t="12167" r="4463"/>
          <a:stretch>
            <a:fillRect/>
          </a:stretch>
        </p:blipFill>
        <p:spPr>
          <a:xfrm>
            <a:off x="0" y="3557054"/>
            <a:ext cx="11820435" cy="7594543"/>
          </a:xfrm>
          <a:prstGeom prst="rect">
            <a:avLst/>
          </a:prstGeom>
        </p:spPr>
      </p:pic>
      <p:sp>
        <p:nvSpPr>
          <p:cNvPr id="16" name="object 16">
            <a:extLst>
              <a:ext uri="{FF2B5EF4-FFF2-40B4-BE49-F238E27FC236}">
                <a16:creationId xmlns:a16="http://schemas.microsoft.com/office/drawing/2014/main" id="{2FF78DCF-7986-09D4-0050-0672F032D683}"/>
              </a:ext>
            </a:extLst>
          </p:cNvPr>
          <p:cNvSpPr txBox="1"/>
          <p:nvPr/>
        </p:nvSpPr>
        <p:spPr>
          <a:xfrm>
            <a:off x="12332678" y="5822120"/>
            <a:ext cx="6158865" cy="4015202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spcBef>
                <a:spcPts val="190"/>
              </a:spcBef>
            </a:pP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Mostram como as </a:t>
            </a: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entidades se conectam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. </a:t>
            </a:r>
          </a:p>
          <a:p>
            <a:pPr marL="12700" marR="5080">
              <a:spcBef>
                <a:spcPts val="190"/>
              </a:spcBef>
            </a:pPr>
            <a:endParaRPr lang="pt-BR" sz="3200" spc="-20" dirty="0">
              <a:solidFill>
                <a:srgbClr val="4D4D4D"/>
              </a:solidFill>
              <a:latin typeface="Montserrat"/>
              <a:cs typeface="Montserrat"/>
            </a:endParaRPr>
          </a:p>
          <a:p>
            <a:pPr marL="12700" marR="5080">
              <a:spcBef>
                <a:spcPts val="190"/>
              </a:spcBef>
            </a:pP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Por exemplo, um cliente pode "Realizar" vários pedidos. Um pedido pode conter vários itens e cada item só pode ter apenas um único produto.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DC74BFDB-DE9A-8CF9-9762-8536FAE70773}"/>
              </a:ext>
            </a:extLst>
          </p:cNvPr>
          <p:cNvSpPr txBox="1"/>
          <p:nvPr/>
        </p:nvSpPr>
        <p:spPr>
          <a:xfrm>
            <a:off x="12332678" y="4098774"/>
            <a:ext cx="6158864" cy="11176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0" spc="15" dirty="0">
                <a:solidFill>
                  <a:srgbClr val="333333"/>
                </a:solidFill>
                <a:latin typeface="Montserrat Light"/>
                <a:cs typeface="Montserrat Light"/>
              </a:rPr>
              <a:t>O QUE SÃO</a:t>
            </a:r>
            <a:endParaRPr lang="pt-BR" sz="3600" b="0" spc="95" dirty="0">
              <a:solidFill>
                <a:srgbClr val="333333"/>
              </a:solidFill>
              <a:latin typeface="Montserrat Light"/>
              <a:cs typeface="Montserrat Light"/>
            </a:endParaRP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RELACIONAMENTOS?</a:t>
            </a:r>
            <a:endParaRPr sz="3600" dirty="0">
              <a:latin typeface="Montserrat ExtraBold"/>
              <a:cs typeface="Montserrat ExtraBold"/>
            </a:endParaRPr>
          </a:p>
        </p:txBody>
      </p:sp>
      <p:sp>
        <p:nvSpPr>
          <p:cNvPr id="18" name="object 15">
            <a:extLst>
              <a:ext uri="{FF2B5EF4-FFF2-40B4-BE49-F238E27FC236}">
                <a16:creationId xmlns:a16="http://schemas.microsoft.com/office/drawing/2014/main" id="{ADFE172B-36EF-29B6-C006-BDAA8EDD27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4" y="984549"/>
            <a:ext cx="14105583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MODELO RELACIONAL</a:t>
            </a:r>
            <a:br>
              <a:rPr lang="pt-BR" sz="4950" b="1" spc="-15" dirty="0">
                <a:latin typeface="Montserrat ExtraBold"/>
                <a:cs typeface="Montserrat ExtraBold"/>
              </a:rPr>
            </a:br>
            <a:r>
              <a:rPr lang="pt-BR" sz="4400" spc="-25" dirty="0">
                <a:latin typeface="Montserrat"/>
                <a:cs typeface="Montserrat ExtraBold"/>
              </a:rPr>
              <a:t>MODELO ENTIDADE RELACIONAMENTO - MER</a:t>
            </a:r>
            <a:endParaRPr sz="4950" dirty="0">
              <a:latin typeface="Montserrat"/>
              <a:cs typeface="Montserrat"/>
            </a:endParaRP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B866A1FA-1FAB-AF6F-37FD-99F0D167A7D6}"/>
              </a:ext>
            </a:extLst>
          </p:cNvPr>
          <p:cNvSpPr/>
          <p:nvPr/>
        </p:nvSpPr>
        <p:spPr>
          <a:xfrm>
            <a:off x="2355850" y="4739099"/>
            <a:ext cx="2357627" cy="70632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BC5B5822-A8AF-6E6D-6025-B02BA6B2DC67}"/>
              </a:ext>
            </a:extLst>
          </p:cNvPr>
          <p:cNvSpPr/>
          <p:nvPr/>
        </p:nvSpPr>
        <p:spPr>
          <a:xfrm>
            <a:off x="5556250" y="6321187"/>
            <a:ext cx="838200" cy="158128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5805BBB-0FAE-1880-0465-D612BED5B337}"/>
              </a:ext>
            </a:extLst>
          </p:cNvPr>
          <p:cNvSpPr/>
          <p:nvPr/>
        </p:nvSpPr>
        <p:spPr>
          <a:xfrm>
            <a:off x="7036694" y="6321188"/>
            <a:ext cx="3998215" cy="335485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2289901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50C123F-1631-210F-DC7E-F9107386B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EE415C0-2CAE-7592-6712-878DF7BC531E}"/>
              </a:ext>
            </a:extLst>
          </p:cNvPr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17EB3D7-6F87-E871-23C7-92E0AB71FBD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270D37E-E75E-C4AC-5B63-2341DE357184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E9F42AA-0C24-5138-69A9-90ABC8E92F31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6A5AB621-DEA6-AF3C-7146-72DF765B8D70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9579BFD8-CDA6-8ADB-9D8D-53F1511E87A3}"/>
              </a:ext>
            </a:extLst>
          </p:cNvPr>
          <p:cNvGrpSpPr/>
          <p:nvPr/>
        </p:nvGrpSpPr>
        <p:grpSpPr>
          <a:xfrm>
            <a:off x="0" y="2774784"/>
            <a:ext cx="20104100" cy="8534188"/>
            <a:chOff x="0" y="2774784"/>
            <a:chExt cx="20104100" cy="8534188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DB6DB99E-A7C2-27EA-CCB9-4AFA47A53E6C}"/>
                </a:ext>
              </a:extLst>
            </p:cNvPr>
            <p:cNvSpPr/>
            <p:nvPr/>
          </p:nvSpPr>
          <p:spPr>
            <a:xfrm>
              <a:off x="0" y="8167290"/>
              <a:ext cx="20104100" cy="2984500"/>
            </a:xfrm>
            <a:custGeom>
              <a:avLst/>
              <a:gdLst/>
              <a:ahLst/>
              <a:cxnLst/>
              <a:rect l="l" t="t" r="r" b="b"/>
              <a:pathLst>
                <a:path w="20104100" h="2984500">
                  <a:moveTo>
                    <a:pt x="0" y="2984202"/>
                  </a:moveTo>
                  <a:lnTo>
                    <a:pt x="20104099" y="298420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984202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3B75CE02-D7AC-4059-3C8B-FE22CC69106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36313" y="2774784"/>
              <a:ext cx="8806014" cy="8533771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4B8008AD-0B3F-B8AC-6A46-B9A11A4C819B}"/>
                </a:ext>
              </a:extLst>
            </p:cNvPr>
            <p:cNvSpPr/>
            <p:nvPr/>
          </p:nvSpPr>
          <p:spPr>
            <a:xfrm>
              <a:off x="11821838" y="3560101"/>
              <a:ext cx="7235190" cy="7591425"/>
            </a:xfrm>
            <a:custGeom>
              <a:avLst/>
              <a:gdLst/>
              <a:ahLst/>
              <a:cxnLst/>
              <a:rect l="l" t="t" r="r" b="b"/>
              <a:pathLst>
                <a:path w="7235190" h="7591425">
                  <a:moveTo>
                    <a:pt x="0" y="7591391"/>
                  </a:moveTo>
                  <a:lnTo>
                    <a:pt x="7235172" y="7591391"/>
                  </a:lnTo>
                  <a:lnTo>
                    <a:pt x="7235172" y="0"/>
                  </a:lnTo>
                  <a:lnTo>
                    <a:pt x="0" y="0"/>
                  </a:lnTo>
                  <a:lnTo>
                    <a:pt x="0" y="759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9102AE79-C09D-E30E-69B6-F3C23E5CA987}"/>
                </a:ext>
              </a:extLst>
            </p:cNvPr>
            <p:cNvSpPr/>
            <p:nvPr/>
          </p:nvSpPr>
          <p:spPr>
            <a:xfrm>
              <a:off x="19266420" y="3560108"/>
              <a:ext cx="575945" cy="1885314"/>
            </a:xfrm>
            <a:custGeom>
              <a:avLst/>
              <a:gdLst/>
              <a:ahLst/>
              <a:cxnLst/>
              <a:rect l="l" t="t" r="r" b="b"/>
              <a:pathLst>
                <a:path w="575944" h="1885314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64"/>
                  </a:lnTo>
                  <a:lnTo>
                    <a:pt x="36372" y="1834464"/>
                  </a:lnTo>
                  <a:lnTo>
                    <a:pt x="26174" y="1832406"/>
                  </a:lnTo>
                  <a:lnTo>
                    <a:pt x="15989" y="1834464"/>
                  </a:lnTo>
                  <a:lnTo>
                    <a:pt x="7670" y="1840064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66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74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66"/>
                  </a:lnTo>
                  <a:lnTo>
                    <a:pt x="52362" y="1858581"/>
                  </a:lnTo>
                  <a:close/>
                </a:path>
                <a:path w="575944" h="1885314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292"/>
                  </a:lnTo>
                  <a:lnTo>
                    <a:pt x="36372" y="1572691"/>
                  </a:lnTo>
                  <a:lnTo>
                    <a:pt x="26174" y="1570634"/>
                  </a:lnTo>
                  <a:lnTo>
                    <a:pt x="15989" y="1572691"/>
                  </a:lnTo>
                  <a:lnTo>
                    <a:pt x="7670" y="1578292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6994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74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6994"/>
                  </a:lnTo>
                  <a:lnTo>
                    <a:pt x="52362" y="1596809"/>
                  </a:lnTo>
                  <a:close/>
                </a:path>
                <a:path w="575944" h="1885314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20"/>
                  </a:lnTo>
                  <a:lnTo>
                    <a:pt x="36372" y="1310919"/>
                  </a:lnTo>
                  <a:lnTo>
                    <a:pt x="26174" y="1308862"/>
                  </a:lnTo>
                  <a:lnTo>
                    <a:pt x="15989" y="1310919"/>
                  </a:lnTo>
                  <a:lnTo>
                    <a:pt x="7670" y="1316520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22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74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22"/>
                  </a:lnTo>
                  <a:lnTo>
                    <a:pt x="52362" y="1335036"/>
                  </a:lnTo>
                  <a:close/>
                </a:path>
                <a:path w="575944" h="1885314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47"/>
                  </a:lnTo>
                  <a:lnTo>
                    <a:pt x="36372" y="1049147"/>
                  </a:lnTo>
                  <a:lnTo>
                    <a:pt x="26174" y="1047089"/>
                  </a:lnTo>
                  <a:lnTo>
                    <a:pt x="15989" y="1049147"/>
                  </a:lnTo>
                  <a:lnTo>
                    <a:pt x="7670" y="1054747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49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74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49"/>
                  </a:lnTo>
                  <a:lnTo>
                    <a:pt x="52362" y="1073264"/>
                  </a:lnTo>
                  <a:close/>
                </a:path>
                <a:path w="575944" h="1885314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75"/>
                  </a:lnTo>
                  <a:lnTo>
                    <a:pt x="36372" y="787374"/>
                  </a:lnTo>
                  <a:lnTo>
                    <a:pt x="26174" y="785317"/>
                  </a:lnTo>
                  <a:lnTo>
                    <a:pt x="15989" y="787374"/>
                  </a:lnTo>
                  <a:lnTo>
                    <a:pt x="7670" y="792975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77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74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77"/>
                  </a:lnTo>
                  <a:lnTo>
                    <a:pt x="52362" y="811491"/>
                  </a:lnTo>
                  <a:close/>
                </a:path>
                <a:path w="575944" h="1885314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02"/>
                  </a:lnTo>
                  <a:lnTo>
                    <a:pt x="36372" y="525602"/>
                  </a:lnTo>
                  <a:lnTo>
                    <a:pt x="26174" y="523544"/>
                  </a:lnTo>
                  <a:lnTo>
                    <a:pt x="15989" y="525602"/>
                  </a:lnTo>
                  <a:lnTo>
                    <a:pt x="7670" y="531202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04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74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04"/>
                  </a:lnTo>
                  <a:lnTo>
                    <a:pt x="52362" y="549719"/>
                  </a:lnTo>
                  <a:close/>
                </a:path>
                <a:path w="575944" h="1885314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74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64"/>
                  </a:lnTo>
                  <a:lnTo>
                    <a:pt x="26174" y="314121"/>
                  </a:lnTo>
                  <a:lnTo>
                    <a:pt x="36372" y="312064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575944" h="1885314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74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74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575944" h="1885314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64"/>
                  </a:lnTo>
                  <a:lnTo>
                    <a:pt x="298145" y="1834464"/>
                  </a:lnTo>
                  <a:lnTo>
                    <a:pt x="287947" y="1832406"/>
                  </a:lnTo>
                  <a:lnTo>
                    <a:pt x="277761" y="1834464"/>
                  </a:lnTo>
                  <a:lnTo>
                    <a:pt x="269443" y="1840064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66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47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66"/>
                  </a:lnTo>
                  <a:lnTo>
                    <a:pt x="314134" y="1858581"/>
                  </a:lnTo>
                  <a:close/>
                </a:path>
                <a:path w="575944" h="1885314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292"/>
                  </a:lnTo>
                  <a:lnTo>
                    <a:pt x="298145" y="1572691"/>
                  </a:lnTo>
                  <a:lnTo>
                    <a:pt x="287947" y="1570634"/>
                  </a:lnTo>
                  <a:lnTo>
                    <a:pt x="277761" y="1572691"/>
                  </a:lnTo>
                  <a:lnTo>
                    <a:pt x="269443" y="1578292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6994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47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6994"/>
                  </a:lnTo>
                  <a:lnTo>
                    <a:pt x="314134" y="1596809"/>
                  </a:lnTo>
                  <a:close/>
                </a:path>
                <a:path w="575944" h="1885314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20"/>
                  </a:lnTo>
                  <a:lnTo>
                    <a:pt x="298145" y="1310919"/>
                  </a:lnTo>
                  <a:lnTo>
                    <a:pt x="287947" y="1308862"/>
                  </a:lnTo>
                  <a:lnTo>
                    <a:pt x="277761" y="1310919"/>
                  </a:lnTo>
                  <a:lnTo>
                    <a:pt x="269443" y="1316520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22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47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22"/>
                  </a:lnTo>
                  <a:lnTo>
                    <a:pt x="314134" y="1335036"/>
                  </a:lnTo>
                  <a:close/>
                </a:path>
                <a:path w="575944" h="1885314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47"/>
                  </a:lnTo>
                  <a:lnTo>
                    <a:pt x="298145" y="1049147"/>
                  </a:lnTo>
                  <a:lnTo>
                    <a:pt x="287947" y="1047089"/>
                  </a:lnTo>
                  <a:lnTo>
                    <a:pt x="277761" y="1049147"/>
                  </a:lnTo>
                  <a:lnTo>
                    <a:pt x="269443" y="1054747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49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47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49"/>
                  </a:lnTo>
                  <a:lnTo>
                    <a:pt x="314134" y="1073264"/>
                  </a:lnTo>
                  <a:close/>
                </a:path>
                <a:path w="575944" h="1885314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75"/>
                  </a:lnTo>
                  <a:lnTo>
                    <a:pt x="298145" y="787374"/>
                  </a:lnTo>
                  <a:lnTo>
                    <a:pt x="287947" y="785317"/>
                  </a:lnTo>
                  <a:lnTo>
                    <a:pt x="277761" y="787374"/>
                  </a:lnTo>
                  <a:lnTo>
                    <a:pt x="269443" y="792975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77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47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77"/>
                  </a:lnTo>
                  <a:lnTo>
                    <a:pt x="314134" y="811491"/>
                  </a:lnTo>
                  <a:close/>
                </a:path>
                <a:path w="575944" h="1885314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02"/>
                  </a:lnTo>
                  <a:lnTo>
                    <a:pt x="298145" y="525602"/>
                  </a:lnTo>
                  <a:lnTo>
                    <a:pt x="287947" y="523544"/>
                  </a:lnTo>
                  <a:lnTo>
                    <a:pt x="277761" y="525602"/>
                  </a:lnTo>
                  <a:lnTo>
                    <a:pt x="269443" y="531202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04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47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04"/>
                  </a:lnTo>
                  <a:lnTo>
                    <a:pt x="314134" y="549719"/>
                  </a:lnTo>
                  <a:close/>
                </a:path>
                <a:path w="575944" h="1885314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47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64"/>
                  </a:lnTo>
                  <a:lnTo>
                    <a:pt x="287947" y="314121"/>
                  </a:lnTo>
                  <a:lnTo>
                    <a:pt x="298145" y="312064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575944" h="1885314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47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292"/>
                  </a:lnTo>
                  <a:lnTo>
                    <a:pt x="287947" y="52349"/>
                  </a:lnTo>
                  <a:lnTo>
                    <a:pt x="298145" y="50292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575944" h="1885314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64"/>
                  </a:lnTo>
                  <a:lnTo>
                    <a:pt x="559917" y="1834464"/>
                  </a:lnTo>
                  <a:lnTo>
                    <a:pt x="549719" y="1832406"/>
                  </a:lnTo>
                  <a:lnTo>
                    <a:pt x="539534" y="1834464"/>
                  </a:lnTo>
                  <a:lnTo>
                    <a:pt x="531215" y="1840064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66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19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66"/>
                  </a:lnTo>
                  <a:lnTo>
                    <a:pt x="575906" y="1858581"/>
                  </a:lnTo>
                  <a:close/>
                </a:path>
                <a:path w="575944" h="1885314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292"/>
                  </a:lnTo>
                  <a:lnTo>
                    <a:pt x="559917" y="1572691"/>
                  </a:lnTo>
                  <a:lnTo>
                    <a:pt x="549719" y="1570634"/>
                  </a:lnTo>
                  <a:lnTo>
                    <a:pt x="539534" y="1572691"/>
                  </a:lnTo>
                  <a:lnTo>
                    <a:pt x="531215" y="1578292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6994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19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6994"/>
                  </a:lnTo>
                  <a:lnTo>
                    <a:pt x="575906" y="1596809"/>
                  </a:lnTo>
                  <a:close/>
                </a:path>
                <a:path w="575944" h="1885314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20"/>
                  </a:lnTo>
                  <a:lnTo>
                    <a:pt x="559917" y="1310919"/>
                  </a:lnTo>
                  <a:lnTo>
                    <a:pt x="549719" y="1308862"/>
                  </a:lnTo>
                  <a:lnTo>
                    <a:pt x="539534" y="1310919"/>
                  </a:lnTo>
                  <a:lnTo>
                    <a:pt x="531215" y="1316520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22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19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22"/>
                  </a:lnTo>
                  <a:lnTo>
                    <a:pt x="575906" y="1335036"/>
                  </a:lnTo>
                  <a:close/>
                </a:path>
                <a:path w="575944" h="1885314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47"/>
                  </a:lnTo>
                  <a:lnTo>
                    <a:pt x="559917" y="1049147"/>
                  </a:lnTo>
                  <a:lnTo>
                    <a:pt x="549719" y="1047089"/>
                  </a:lnTo>
                  <a:lnTo>
                    <a:pt x="539534" y="1049147"/>
                  </a:lnTo>
                  <a:lnTo>
                    <a:pt x="531215" y="1054747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49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19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49"/>
                  </a:lnTo>
                  <a:lnTo>
                    <a:pt x="575906" y="1073264"/>
                  </a:lnTo>
                  <a:close/>
                </a:path>
                <a:path w="575944" h="1885314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75"/>
                  </a:lnTo>
                  <a:lnTo>
                    <a:pt x="559917" y="787374"/>
                  </a:lnTo>
                  <a:lnTo>
                    <a:pt x="549719" y="785317"/>
                  </a:lnTo>
                  <a:lnTo>
                    <a:pt x="539534" y="787374"/>
                  </a:lnTo>
                  <a:lnTo>
                    <a:pt x="531215" y="792975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77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19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77"/>
                  </a:lnTo>
                  <a:lnTo>
                    <a:pt x="575906" y="811491"/>
                  </a:lnTo>
                  <a:close/>
                </a:path>
                <a:path w="575944" h="1885314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02"/>
                  </a:lnTo>
                  <a:lnTo>
                    <a:pt x="559917" y="525602"/>
                  </a:lnTo>
                  <a:lnTo>
                    <a:pt x="549719" y="523544"/>
                  </a:lnTo>
                  <a:lnTo>
                    <a:pt x="539534" y="525602"/>
                  </a:lnTo>
                  <a:lnTo>
                    <a:pt x="531215" y="531202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04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19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04"/>
                  </a:lnTo>
                  <a:lnTo>
                    <a:pt x="575906" y="549719"/>
                  </a:lnTo>
                  <a:close/>
                </a:path>
                <a:path w="575944" h="1885314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19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64"/>
                  </a:lnTo>
                  <a:lnTo>
                    <a:pt x="549719" y="314121"/>
                  </a:lnTo>
                  <a:lnTo>
                    <a:pt x="559917" y="312064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575944" h="1885314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19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292"/>
                  </a:lnTo>
                  <a:lnTo>
                    <a:pt x="549719" y="52349"/>
                  </a:lnTo>
                  <a:lnTo>
                    <a:pt x="559917" y="50292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B8330599-A5F8-8FEA-2EF9-DF9C3F7D1814}"/>
                </a:ext>
              </a:extLst>
            </p:cNvPr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C922F7E1-7114-35C9-F89C-64D6C368F1CC}"/>
                </a:ext>
              </a:extLst>
            </p:cNvPr>
            <p:cNvSpPr/>
            <p:nvPr/>
          </p:nvSpPr>
          <p:spPr>
            <a:xfrm>
              <a:off x="10774745" y="5654278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" name="Imagem 18">
            <a:extLst>
              <a:ext uri="{FF2B5EF4-FFF2-40B4-BE49-F238E27FC236}">
                <a16:creationId xmlns:a16="http://schemas.microsoft.com/office/drawing/2014/main" id="{D5E18575-2AEC-61BC-64D6-DEE971EBE2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9" t="12167" r="4463"/>
          <a:stretch>
            <a:fillRect/>
          </a:stretch>
        </p:blipFill>
        <p:spPr>
          <a:xfrm>
            <a:off x="0" y="3557054"/>
            <a:ext cx="11820435" cy="7594543"/>
          </a:xfrm>
          <a:prstGeom prst="rect">
            <a:avLst/>
          </a:prstGeom>
        </p:spPr>
      </p:pic>
      <p:sp>
        <p:nvSpPr>
          <p:cNvPr id="16" name="object 16">
            <a:extLst>
              <a:ext uri="{FF2B5EF4-FFF2-40B4-BE49-F238E27FC236}">
                <a16:creationId xmlns:a16="http://schemas.microsoft.com/office/drawing/2014/main" id="{7CBBC437-8975-820D-661E-CD81CDD912FB}"/>
              </a:ext>
            </a:extLst>
          </p:cNvPr>
          <p:cNvSpPr txBox="1"/>
          <p:nvPr/>
        </p:nvSpPr>
        <p:spPr>
          <a:xfrm>
            <a:off x="12332678" y="5822120"/>
            <a:ext cx="6158865" cy="5051383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spcBef>
                <a:spcPts val="190"/>
              </a:spcBef>
            </a:pP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Cardinalidade em banco de dados </a:t>
            </a: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define o número máximo e mínimo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 de vezes que uma </a:t>
            </a: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entidade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 (tabela) pode se </a:t>
            </a: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relacionar com outra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.</a:t>
            </a:r>
          </a:p>
          <a:p>
            <a:pPr marL="12700" marR="5080">
              <a:spcBef>
                <a:spcPts val="190"/>
              </a:spcBef>
            </a:pPr>
            <a:endParaRPr lang="pt-BR" sz="3200" spc="-20" dirty="0">
              <a:solidFill>
                <a:srgbClr val="4D4D4D"/>
              </a:solidFill>
              <a:latin typeface="Montserrat"/>
              <a:cs typeface="Montserrat"/>
            </a:endParaRPr>
          </a:p>
          <a:p>
            <a:pPr marL="469900" marR="5080" indent="-457200">
              <a:spcBef>
                <a:spcPts val="190"/>
              </a:spcBef>
              <a:buFont typeface="Arial" panose="020B0604020202020204" pitchFamily="34" charset="0"/>
              <a:buChar char="•"/>
            </a:pP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Um para um (1:1)</a:t>
            </a:r>
          </a:p>
          <a:p>
            <a:pPr marL="469900" marR="5080" indent="-457200">
              <a:spcBef>
                <a:spcPts val="190"/>
              </a:spcBef>
              <a:buFont typeface="Arial" panose="020B0604020202020204" pitchFamily="34" charset="0"/>
              <a:buChar char="•"/>
            </a:pP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Um para muitos (1:N)</a:t>
            </a:r>
          </a:p>
          <a:p>
            <a:pPr marL="469900" marR="5080" indent="-457200">
              <a:spcBef>
                <a:spcPts val="190"/>
              </a:spcBef>
              <a:buFont typeface="Arial" panose="020B0604020202020204" pitchFamily="34" charset="0"/>
              <a:buChar char="•"/>
            </a:pP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muitos para muitos (N:N).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2FFCADB8-539C-302B-3943-F4C70095A2DE}"/>
              </a:ext>
            </a:extLst>
          </p:cNvPr>
          <p:cNvSpPr txBox="1"/>
          <p:nvPr/>
        </p:nvSpPr>
        <p:spPr>
          <a:xfrm>
            <a:off x="12332678" y="4098774"/>
            <a:ext cx="6158864" cy="11176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0" spc="15" dirty="0">
                <a:solidFill>
                  <a:srgbClr val="333333"/>
                </a:solidFill>
                <a:latin typeface="Montserrat Light"/>
                <a:cs typeface="Montserrat Light"/>
              </a:rPr>
              <a:t>O QUE SÃO</a:t>
            </a:r>
            <a:endParaRPr lang="pt-BR" sz="3600" b="0" spc="95" dirty="0">
              <a:solidFill>
                <a:srgbClr val="333333"/>
              </a:solidFill>
              <a:latin typeface="Montserrat Light"/>
              <a:cs typeface="Montserrat Light"/>
            </a:endParaRP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CARDINALIDADES?</a:t>
            </a:r>
            <a:endParaRPr sz="3600" dirty="0">
              <a:latin typeface="Montserrat ExtraBold"/>
              <a:cs typeface="Montserrat ExtraBold"/>
            </a:endParaRPr>
          </a:p>
        </p:txBody>
      </p:sp>
      <p:sp>
        <p:nvSpPr>
          <p:cNvPr id="18" name="object 15">
            <a:extLst>
              <a:ext uri="{FF2B5EF4-FFF2-40B4-BE49-F238E27FC236}">
                <a16:creationId xmlns:a16="http://schemas.microsoft.com/office/drawing/2014/main" id="{CFEE0D9C-3695-6168-ED6F-48AA569A7D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4" y="984549"/>
            <a:ext cx="14105583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MODELO RELACIONAL</a:t>
            </a:r>
            <a:br>
              <a:rPr lang="pt-BR" sz="4950" b="1" spc="-15" dirty="0">
                <a:latin typeface="Montserrat ExtraBold"/>
                <a:cs typeface="Montserrat ExtraBold"/>
              </a:rPr>
            </a:br>
            <a:r>
              <a:rPr lang="pt-BR" sz="4400" spc="-25" dirty="0">
                <a:latin typeface="Montserrat"/>
                <a:cs typeface="Montserrat ExtraBold"/>
              </a:rPr>
              <a:t>MODELO ENTIDADE RELACIONAMENTO - MER</a:t>
            </a:r>
            <a:endParaRPr sz="4950" dirty="0">
              <a:latin typeface="Montserrat"/>
              <a:cs typeface="Montserrat"/>
            </a:endParaRP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A81F5EFC-B51A-8E07-BD49-8BD31A143317}"/>
              </a:ext>
            </a:extLst>
          </p:cNvPr>
          <p:cNvSpPr/>
          <p:nvPr/>
        </p:nvSpPr>
        <p:spPr>
          <a:xfrm>
            <a:off x="2508250" y="4149603"/>
            <a:ext cx="658571" cy="70632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93D44E6-0CC1-BC23-B4F5-596683D217EE}"/>
              </a:ext>
            </a:extLst>
          </p:cNvPr>
          <p:cNvSpPr/>
          <p:nvPr/>
        </p:nvSpPr>
        <p:spPr>
          <a:xfrm>
            <a:off x="4032250" y="4180718"/>
            <a:ext cx="658571" cy="70632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A09A542-CE98-7CDE-D8A8-C2B90A1F4198}"/>
              </a:ext>
            </a:extLst>
          </p:cNvPr>
          <p:cNvSpPr/>
          <p:nvPr/>
        </p:nvSpPr>
        <p:spPr>
          <a:xfrm>
            <a:off x="5708650" y="6159082"/>
            <a:ext cx="658571" cy="70632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1F478ADF-3513-6D55-2D33-E90BCDCD53C2}"/>
              </a:ext>
            </a:extLst>
          </p:cNvPr>
          <p:cNvSpPr/>
          <p:nvPr/>
        </p:nvSpPr>
        <p:spPr>
          <a:xfrm>
            <a:off x="5708650" y="7240294"/>
            <a:ext cx="658571" cy="70632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BF0F11D3-5452-5359-0613-F3C700EA2582}"/>
              </a:ext>
            </a:extLst>
          </p:cNvPr>
          <p:cNvSpPr/>
          <p:nvPr/>
        </p:nvSpPr>
        <p:spPr>
          <a:xfrm>
            <a:off x="9926563" y="6396228"/>
            <a:ext cx="658571" cy="70632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193D9D4F-40D6-F444-4769-F17E2F8EFCE9}"/>
              </a:ext>
            </a:extLst>
          </p:cNvPr>
          <p:cNvSpPr/>
          <p:nvPr/>
        </p:nvSpPr>
        <p:spPr>
          <a:xfrm>
            <a:off x="7004050" y="8835502"/>
            <a:ext cx="658571" cy="70632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8583093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78ECB-DAC6-EDBE-11F2-47D229B31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Imagem 78" descr="Tudo sobre a carreira de DBA (Administrador de Banco de Dados)">
            <a:extLst>
              <a:ext uri="{FF2B5EF4-FFF2-40B4-BE49-F238E27FC236}">
                <a16:creationId xmlns:a16="http://schemas.microsoft.com/office/drawing/2014/main" id="{46F8894F-210C-7874-7E23-FD458BCB04C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r="18170"/>
          <a:stretch>
            <a:fillRect/>
          </a:stretch>
        </p:blipFill>
        <p:spPr>
          <a:xfrm>
            <a:off x="0" y="-1"/>
            <a:ext cx="14313700" cy="11151075"/>
          </a:xfrm>
          <a:prstGeom prst="rect">
            <a:avLst/>
          </a:prstGeom>
        </p:spPr>
      </p:pic>
      <p:grpSp>
        <p:nvGrpSpPr>
          <p:cNvPr id="2" name="object 2">
            <a:extLst>
              <a:ext uri="{FF2B5EF4-FFF2-40B4-BE49-F238E27FC236}">
                <a16:creationId xmlns:a16="http://schemas.microsoft.com/office/drawing/2014/main" id="{B89AF006-E603-2C3B-B649-B0C08F8D98F6}"/>
              </a:ext>
            </a:extLst>
          </p:cNvPr>
          <p:cNvGrpSpPr/>
          <p:nvPr/>
        </p:nvGrpSpPr>
        <p:grpSpPr>
          <a:xfrm>
            <a:off x="15364003" y="9319087"/>
            <a:ext cx="3693160" cy="942975"/>
            <a:chOff x="15364003" y="9319087"/>
            <a:chExt cx="3693160" cy="94297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52D9926A-29C8-CF55-6E46-F349D19DDC71}"/>
                </a:ext>
              </a:extLst>
            </p:cNvPr>
            <p:cNvSpPr/>
            <p:nvPr/>
          </p:nvSpPr>
          <p:spPr>
            <a:xfrm>
              <a:off x="15364066" y="9319087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30BBB92-7172-F9DB-3B1E-9E2EE38C54A2}"/>
                </a:ext>
              </a:extLst>
            </p:cNvPr>
            <p:cNvSpPr/>
            <p:nvPr/>
          </p:nvSpPr>
          <p:spPr>
            <a:xfrm>
              <a:off x="15364003" y="9439611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4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4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4">
                  <a:moveTo>
                    <a:pt x="198348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53"/>
                  </a:lnTo>
                  <a:close/>
                </a:path>
                <a:path w="3693159" h="700404">
                  <a:moveTo>
                    <a:pt x="198348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56"/>
                  </a:lnTo>
                  <a:close/>
                </a:path>
                <a:path w="3693159" h="700404">
                  <a:moveTo>
                    <a:pt x="198348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802"/>
                  </a:lnTo>
                  <a:close/>
                </a:path>
                <a:path w="3693159" h="700404">
                  <a:moveTo>
                    <a:pt x="908519" y="161366"/>
                  </a:moveTo>
                  <a:lnTo>
                    <a:pt x="906360" y="130302"/>
                  </a:lnTo>
                  <a:lnTo>
                    <a:pt x="905611" y="119291"/>
                  </a:lnTo>
                  <a:lnTo>
                    <a:pt x="892365" y="84518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17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19"/>
                  </a:lnTo>
                  <a:lnTo>
                    <a:pt x="452539" y="52793"/>
                  </a:lnTo>
                  <a:lnTo>
                    <a:pt x="416775" y="79565"/>
                  </a:lnTo>
                  <a:lnTo>
                    <a:pt x="386105" y="113106"/>
                  </a:lnTo>
                  <a:lnTo>
                    <a:pt x="361505" y="154025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47"/>
                  </a:lnTo>
                  <a:lnTo>
                    <a:pt x="410464" y="366712"/>
                  </a:lnTo>
                  <a:lnTo>
                    <a:pt x="460248" y="387235"/>
                  </a:lnTo>
                  <a:lnTo>
                    <a:pt x="508927" y="402196"/>
                  </a:lnTo>
                  <a:lnTo>
                    <a:pt x="594918" y="424522"/>
                  </a:lnTo>
                  <a:lnTo>
                    <a:pt x="628230" y="436435"/>
                  </a:lnTo>
                  <a:lnTo>
                    <a:pt x="652437" y="451904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901"/>
                  </a:lnTo>
                  <a:lnTo>
                    <a:pt x="622058" y="552831"/>
                  </a:lnTo>
                  <a:lnTo>
                    <a:pt x="587781" y="565391"/>
                  </a:lnTo>
                  <a:lnTo>
                    <a:pt x="553491" y="569569"/>
                  </a:lnTo>
                  <a:lnTo>
                    <a:pt x="508863" y="563206"/>
                  </a:lnTo>
                  <a:lnTo>
                    <a:pt x="477088" y="544449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101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31"/>
                  </a:lnTo>
                  <a:lnTo>
                    <a:pt x="425462" y="692277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89"/>
                  </a:lnTo>
                  <a:lnTo>
                    <a:pt x="829360" y="569569"/>
                  </a:lnTo>
                  <a:lnTo>
                    <a:pt x="848944" y="535825"/>
                  </a:lnTo>
                  <a:lnTo>
                    <a:pt x="863396" y="491413"/>
                  </a:lnTo>
                  <a:lnTo>
                    <a:pt x="869175" y="436968"/>
                  </a:lnTo>
                  <a:lnTo>
                    <a:pt x="862241" y="393585"/>
                  </a:lnTo>
                  <a:lnTo>
                    <a:pt x="844702" y="359727"/>
                  </a:lnTo>
                  <a:lnTo>
                    <a:pt x="786168" y="314401"/>
                  </a:lnTo>
                  <a:lnTo>
                    <a:pt x="749376" y="299821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18"/>
                  </a:lnTo>
                  <a:lnTo>
                    <a:pt x="566496" y="244424"/>
                  </a:lnTo>
                  <a:lnTo>
                    <a:pt x="545185" y="222923"/>
                  </a:lnTo>
                  <a:lnTo>
                    <a:pt x="541693" y="191719"/>
                  </a:lnTo>
                  <a:lnTo>
                    <a:pt x="553224" y="167982"/>
                  </a:lnTo>
                  <a:lnTo>
                    <a:pt x="574852" y="148437"/>
                  </a:lnTo>
                  <a:lnTo>
                    <a:pt x="603161" y="135178"/>
                  </a:lnTo>
                  <a:lnTo>
                    <a:pt x="634758" y="130302"/>
                  </a:lnTo>
                  <a:lnTo>
                    <a:pt x="656818" y="131686"/>
                  </a:lnTo>
                  <a:lnTo>
                    <a:pt x="701903" y="151726"/>
                  </a:lnTo>
                  <a:lnTo>
                    <a:pt x="716381" y="192938"/>
                  </a:lnTo>
                  <a:lnTo>
                    <a:pt x="713574" y="211264"/>
                  </a:lnTo>
                  <a:lnTo>
                    <a:pt x="899693" y="211264"/>
                  </a:lnTo>
                  <a:lnTo>
                    <a:pt x="908519" y="161366"/>
                  </a:lnTo>
                  <a:close/>
                </a:path>
                <a:path w="3693159" h="700404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39"/>
                  </a:lnTo>
                  <a:lnTo>
                    <a:pt x="1438135" y="685939"/>
                  </a:lnTo>
                  <a:lnTo>
                    <a:pt x="1465884" y="555612"/>
                  </a:lnTo>
                  <a:lnTo>
                    <a:pt x="1140129" y="555612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68"/>
                  </a:lnTo>
                  <a:lnTo>
                    <a:pt x="1197978" y="282968"/>
                  </a:lnTo>
                  <a:lnTo>
                    <a:pt x="1227455" y="144246"/>
                  </a:lnTo>
                  <a:lnTo>
                    <a:pt x="1553210" y="144246"/>
                  </a:lnTo>
                  <a:lnTo>
                    <a:pt x="1580972" y="13944"/>
                  </a:lnTo>
                  <a:close/>
                </a:path>
                <a:path w="3693159" h="700404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87"/>
                  </a:lnTo>
                  <a:lnTo>
                    <a:pt x="2065553" y="514692"/>
                  </a:lnTo>
                  <a:lnTo>
                    <a:pt x="1984070" y="171284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39"/>
                  </a:lnTo>
                  <a:lnTo>
                    <a:pt x="1710817" y="685939"/>
                  </a:lnTo>
                  <a:lnTo>
                    <a:pt x="1820189" y="171284"/>
                  </a:lnTo>
                  <a:lnTo>
                    <a:pt x="1822030" y="171284"/>
                  </a:lnTo>
                  <a:lnTo>
                    <a:pt x="1940687" y="685939"/>
                  </a:lnTo>
                  <a:lnTo>
                    <a:pt x="2198497" y="685939"/>
                  </a:lnTo>
                  <a:lnTo>
                    <a:pt x="2234895" y="514692"/>
                  </a:lnTo>
                  <a:lnTo>
                    <a:pt x="2341346" y="13944"/>
                  </a:lnTo>
                  <a:close/>
                </a:path>
                <a:path w="3693159" h="700404">
                  <a:moveTo>
                    <a:pt x="3024949" y="685939"/>
                  </a:moveTo>
                  <a:lnTo>
                    <a:pt x="3001048" y="554697"/>
                  </a:lnTo>
                  <a:lnTo>
                    <a:pt x="2977324" y="424408"/>
                  </a:lnTo>
                  <a:lnTo>
                    <a:pt x="2926461" y="145161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408"/>
                  </a:lnTo>
                  <a:lnTo>
                    <a:pt x="2600248" y="424408"/>
                  </a:lnTo>
                  <a:lnTo>
                    <a:pt x="2750858" y="145161"/>
                  </a:lnTo>
                  <a:lnTo>
                    <a:pt x="2753639" y="145161"/>
                  </a:lnTo>
                  <a:lnTo>
                    <a:pt x="2779877" y="424408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39"/>
                  </a:lnTo>
                  <a:lnTo>
                    <a:pt x="2453513" y="685939"/>
                  </a:lnTo>
                  <a:lnTo>
                    <a:pt x="2525153" y="554697"/>
                  </a:lnTo>
                  <a:lnTo>
                    <a:pt x="2797873" y="554697"/>
                  </a:lnTo>
                  <a:lnTo>
                    <a:pt x="2814612" y="685939"/>
                  </a:lnTo>
                  <a:lnTo>
                    <a:pt x="3024949" y="685939"/>
                  </a:lnTo>
                  <a:close/>
                </a:path>
                <a:path w="3693159" h="700404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39"/>
                  </a:lnTo>
                  <a:lnTo>
                    <a:pt x="3281819" y="685939"/>
                  </a:lnTo>
                  <a:lnTo>
                    <a:pt x="3424669" y="13944"/>
                  </a:lnTo>
                  <a:close/>
                </a:path>
                <a:path w="3693159" h="700404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4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4">
                  <a:moveTo>
                    <a:pt x="3692918" y="337553"/>
                  </a:moveTo>
                  <a:lnTo>
                    <a:pt x="3494570" y="337553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53"/>
                  </a:lnTo>
                  <a:close/>
                </a:path>
                <a:path w="3693159" h="700404">
                  <a:moveTo>
                    <a:pt x="3692918" y="175056"/>
                  </a:moveTo>
                  <a:lnTo>
                    <a:pt x="3494570" y="175056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56"/>
                  </a:lnTo>
                  <a:close/>
                </a:path>
                <a:path w="3693159" h="700404">
                  <a:moveTo>
                    <a:pt x="3692918" y="16802"/>
                  </a:moveTo>
                  <a:lnTo>
                    <a:pt x="3494570" y="16802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C0CE3AB4-6C62-CFFF-CAF1-6810B2AC6830}"/>
              </a:ext>
            </a:extLst>
          </p:cNvPr>
          <p:cNvSpPr/>
          <p:nvPr/>
        </p:nvSpPr>
        <p:spPr>
          <a:xfrm>
            <a:off x="17957569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B9B6A1F-CFB0-BFEE-4886-9E0A5EE9C2B7}"/>
              </a:ext>
            </a:extLst>
          </p:cNvPr>
          <p:cNvSpPr/>
          <p:nvPr/>
        </p:nvSpPr>
        <p:spPr>
          <a:xfrm>
            <a:off x="18219340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17E51FD-8F22-422C-F7F0-2021E0B07C34}"/>
              </a:ext>
            </a:extLst>
          </p:cNvPr>
          <p:cNvSpPr/>
          <p:nvPr/>
        </p:nvSpPr>
        <p:spPr>
          <a:xfrm>
            <a:off x="18481112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90681CC2-F05E-35A3-DDDF-5988870FF6BF}"/>
              </a:ext>
            </a:extLst>
          </p:cNvPr>
          <p:cNvSpPr/>
          <p:nvPr/>
        </p:nvSpPr>
        <p:spPr>
          <a:xfrm>
            <a:off x="18742885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25D6678C-D05E-C411-4E89-B81AF2820280}"/>
              </a:ext>
            </a:extLst>
          </p:cNvPr>
          <p:cNvSpPr/>
          <p:nvPr/>
        </p:nvSpPr>
        <p:spPr>
          <a:xfrm>
            <a:off x="19004657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D8640FCF-4BBE-593A-FDFD-FFB996114928}"/>
              </a:ext>
            </a:extLst>
          </p:cNvPr>
          <p:cNvSpPr/>
          <p:nvPr/>
        </p:nvSpPr>
        <p:spPr>
          <a:xfrm>
            <a:off x="19266428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98E8D012-2C59-8AD8-71B9-63D6DF8E0C33}"/>
              </a:ext>
            </a:extLst>
          </p:cNvPr>
          <p:cNvSpPr/>
          <p:nvPr/>
        </p:nvSpPr>
        <p:spPr>
          <a:xfrm>
            <a:off x="19528201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8EEC81F6-78EC-6EDA-9702-3F5A9CA5625B}"/>
              </a:ext>
            </a:extLst>
          </p:cNvPr>
          <p:cNvSpPr/>
          <p:nvPr/>
        </p:nvSpPr>
        <p:spPr>
          <a:xfrm>
            <a:off x="19789973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374DBED9-D3C0-AB64-89B0-5543A5D71846}"/>
              </a:ext>
            </a:extLst>
          </p:cNvPr>
          <p:cNvSpPr/>
          <p:nvPr/>
        </p:nvSpPr>
        <p:spPr>
          <a:xfrm>
            <a:off x="17957569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F1123104-D8D0-4A93-9984-3BE926AF0DF6}"/>
              </a:ext>
            </a:extLst>
          </p:cNvPr>
          <p:cNvSpPr/>
          <p:nvPr/>
        </p:nvSpPr>
        <p:spPr>
          <a:xfrm>
            <a:off x="18219340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608F42D0-AEA8-B1B7-133B-B289BA262889}"/>
              </a:ext>
            </a:extLst>
          </p:cNvPr>
          <p:cNvSpPr/>
          <p:nvPr/>
        </p:nvSpPr>
        <p:spPr>
          <a:xfrm>
            <a:off x="18481112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AAC8C027-85B4-0A28-CFC1-EB7A30C10BD1}"/>
              </a:ext>
            </a:extLst>
          </p:cNvPr>
          <p:cNvSpPr/>
          <p:nvPr/>
        </p:nvSpPr>
        <p:spPr>
          <a:xfrm>
            <a:off x="18742885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C3A3DC38-E8E1-636F-90F6-4016AECD861D}"/>
              </a:ext>
            </a:extLst>
          </p:cNvPr>
          <p:cNvSpPr/>
          <p:nvPr/>
        </p:nvSpPr>
        <p:spPr>
          <a:xfrm>
            <a:off x="19004657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4B48D02B-56D4-452E-DCAC-7B436CCC365B}"/>
              </a:ext>
            </a:extLst>
          </p:cNvPr>
          <p:cNvSpPr/>
          <p:nvPr/>
        </p:nvSpPr>
        <p:spPr>
          <a:xfrm>
            <a:off x="19266428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67974B8F-49D8-AE14-B38F-CC9C67F1E7B0}"/>
              </a:ext>
            </a:extLst>
          </p:cNvPr>
          <p:cNvSpPr/>
          <p:nvPr/>
        </p:nvSpPr>
        <p:spPr>
          <a:xfrm>
            <a:off x="19528201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00F86D34-3B44-CC4F-1876-153766B176E8}"/>
              </a:ext>
            </a:extLst>
          </p:cNvPr>
          <p:cNvSpPr/>
          <p:nvPr/>
        </p:nvSpPr>
        <p:spPr>
          <a:xfrm>
            <a:off x="19789973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64203FEB-B3FE-0054-DA63-F8EE83DDCA5A}"/>
              </a:ext>
            </a:extLst>
          </p:cNvPr>
          <p:cNvSpPr/>
          <p:nvPr/>
        </p:nvSpPr>
        <p:spPr>
          <a:xfrm>
            <a:off x="17957569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B2CCEE36-5635-3C96-A1E1-463E4CF805D2}"/>
              </a:ext>
            </a:extLst>
          </p:cNvPr>
          <p:cNvSpPr/>
          <p:nvPr/>
        </p:nvSpPr>
        <p:spPr>
          <a:xfrm>
            <a:off x="18219340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9FCF427B-A200-E6B2-9557-C09B969F1856}"/>
              </a:ext>
            </a:extLst>
          </p:cNvPr>
          <p:cNvSpPr/>
          <p:nvPr/>
        </p:nvSpPr>
        <p:spPr>
          <a:xfrm>
            <a:off x="18481112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0059BA7E-69EB-E4B9-37F8-5EAC6D229F2F}"/>
              </a:ext>
            </a:extLst>
          </p:cNvPr>
          <p:cNvSpPr/>
          <p:nvPr/>
        </p:nvSpPr>
        <p:spPr>
          <a:xfrm>
            <a:off x="18742885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4B2920B5-410B-1824-0BA6-9C5FE0ABCDBB}"/>
              </a:ext>
            </a:extLst>
          </p:cNvPr>
          <p:cNvSpPr/>
          <p:nvPr/>
        </p:nvSpPr>
        <p:spPr>
          <a:xfrm>
            <a:off x="19004657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AEE9A27E-FE7B-F303-C57C-CCA309512084}"/>
              </a:ext>
            </a:extLst>
          </p:cNvPr>
          <p:cNvSpPr/>
          <p:nvPr/>
        </p:nvSpPr>
        <p:spPr>
          <a:xfrm>
            <a:off x="19266428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A0765BAE-E1C4-184D-6599-8CAA697F4A66}"/>
              </a:ext>
            </a:extLst>
          </p:cNvPr>
          <p:cNvSpPr/>
          <p:nvPr/>
        </p:nvSpPr>
        <p:spPr>
          <a:xfrm>
            <a:off x="19528201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689FBA07-F4A7-BFCE-1C1C-1AD4CBEEDE10}"/>
              </a:ext>
            </a:extLst>
          </p:cNvPr>
          <p:cNvSpPr/>
          <p:nvPr/>
        </p:nvSpPr>
        <p:spPr>
          <a:xfrm>
            <a:off x="19789973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0510E869-3A83-F826-6B50-D4FCFA9F6FCE}"/>
              </a:ext>
            </a:extLst>
          </p:cNvPr>
          <p:cNvSpPr/>
          <p:nvPr/>
        </p:nvSpPr>
        <p:spPr>
          <a:xfrm>
            <a:off x="17957569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515D1799-72C2-B668-53EE-45E969F8BDCE}"/>
              </a:ext>
            </a:extLst>
          </p:cNvPr>
          <p:cNvSpPr/>
          <p:nvPr/>
        </p:nvSpPr>
        <p:spPr>
          <a:xfrm>
            <a:off x="18219340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B31E3944-1311-84C9-A3AB-E1E3E39DEB8C}"/>
              </a:ext>
            </a:extLst>
          </p:cNvPr>
          <p:cNvSpPr/>
          <p:nvPr/>
        </p:nvSpPr>
        <p:spPr>
          <a:xfrm>
            <a:off x="18481112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B440BBC0-1BEB-F2AF-D157-A2C3480E4477}"/>
              </a:ext>
            </a:extLst>
          </p:cNvPr>
          <p:cNvSpPr/>
          <p:nvPr/>
        </p:nvSpPr>
        <p:spPr>
          <a:xfrm>
            <a:off x="18742885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C73D08B3-CA94-4EC5-D078-BEC635162C98}"/>
              </a:ext>
            </a:extLst>
          </p:cNvPr>
          <p:cNvSpPr/>
          <p:nvPr/>
        </p:nvSpPr>
        <p:spPr>
          <a:xfrm>
            <a:off x="19004657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DE3F2BF6-0DB4-33D9-FA3A-AE76CB71A73B}"/>
              </a:ext>
            </a:extLst>
          </p:cNvPr>
          <p:cNvSpPr/>
          <p:nvPr/>
        </p:nvSpPr>
        <p:spPr>
          <a:xfrm>
            <a:off x="19266428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C32C70FC-FD8B-0827-E9D4-D1F1B759F48F}"/>
              </a:ext>
            </a:extLst>
          </p:cNvPr>
          <p:cNvSpPr/>
          <p:nvPr/>
        </p:nvSpPr>
        <p:spPr>
          <a:xfrm>
            <a:off x="19528201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979F54BC-7087-74D9-7CB1-A655724365DA}"/>
              </a:ext>
            </a:extLst>
          </p:cNvPr>
          <p:cNvSpPr/>
          <p:nvPr/>
        </p:nvSpPr>
        <p:spPr>
          <a:xfrm>
            <a:off x="19789973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146FA356-A339-BF87-2673-A0F764FBE843}"/>
              </a:ext>
            </a:extLst>
          </p:cNvPr>
          <p:cNvSpPr/>
          <p:nvPr/>
        </p:nvSpPr>
        <p:spPr>
          <a:xfrm>
            <a:off x="17957569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CC2995D9-7E5B-7ED8-7378-53200FE94190}"/>
              </a:ext>
            </a:extLst>
          </p:cNvPr>
          <p:cNvSpPr/>
          <p:nvPr/>
        </p:nvSpPr>
        <p:spPr>
          <a:xfrm>
            <a:off x="18219340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E775D397-5C32-9F88-CE06-D6E6FC0D2282}"/>
              </a:ext>
            </a:extLst>
          </p:cNvPr>
          <p:cNvSpPr/>
          <p:nvPr/>
        </p:nvSpPr>
        <p:spPr>
          <a:xfrm>
            <a:off x="18481112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EE5561C0-0B72-BF47-33B0-CCB2D9328065}"/>
              </a:ext>
            </a:extLst>
          </p:cNvPr>
          <p:cNvSpPr/>
          <p:nvPr/>
        </p:nvSpPr>
        <p:spPr>
          <a:xfrm>
            <a:off x="18742885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6DDFB456-27C3-6DD2-1BA8-7DEBB55779F1}"/>
              </a:ext>
            </a:extLst>
          </p:cNvPr>
          <p:cNvSpPr/>
          <p:nvPr/>
        </p:nvSpPr>
        <p:spPr>
          <a:xfrm>
            <a:off x="19004657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ADBD3940-09F9-1114-A366-8DB261E1F5C7}"/>
              </a:ext>
            </a:extLst>
          </p:cNvPr>
          <p:cNvSpPr/>
          <p:nvPr/>
        </p:nvSpPr>
        <p:spPr>
          <a:xfrm>
            <a:off x="19266428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79237E96-CF80-9F52-3704-3C9BFEF88A11}"/>
              </a:ext>
            </a:extLst>
          </p:cNvPr>
          <p:cNvSpPr/>
          <p:nvPr/>
        </p:nvSpPr>
        <p:spPr>
          <a:xfrm>
            <a:off x="19528201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62E81912-E29E-BA75-F7C7-95EC969773E0}"/>
              </a:ext>
            </a:extLst>
          </p:cNvPr>
          <p:cNvSpPr/>
          <p:nvPr/>
        </p:nvSpPr>
        <p:spPr>
          <a:xfrm>
            <a:off x="19789973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6C35B94C-E4E5-DD69-0404-513A953AE358}"/>
              </a:ext>
            </a:extLst>
          </p:cNvPr>
          <p:cNvSpPr/>
          <p:nvPr/>
        </p:nvSpPr>
        <p:spPr>
          <a:xfrm>
            <a:off x="17957569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F551449D-56CD-D576-974F-9048677B235B}"/>
              </a:ext>
            </a:extLst>
          </p:cNvPr>
          <p:cNvSpPr/>
          <p:nvPr/>
        </p:nvSpPr>
        <p:spPr>
          <a:xfrm>
            <a:off x="18219340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C96F8FF7-F1FD-7FF9-0A11-50F13390BA5D}"/>
              </a:ext>
            </a:extLst>
          </p:cNvPr>
          <p:cNvSpPr/>
          <p:nvPr/>
        </p:nvSpPr>
        <p:spPr>
          <a:xfrm>
            <a:off x="18481112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D903A668-E6AA-E72E-8F8B-194BA8CCCE27}"/>
              </a:ext>
            </a:extLst>
          </p:cNvPr>
          <p:cNvSpPr/>
          <p:nvPr/>
        </p:nvSpPr>
        <p:spPr>
          <a:xfrm>
            <a:off x="18742885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049CF570-F9D7-44FD-C7DB-183389BB75C7}"/>
              </a:ext>
            </a:extLst>
          </p:cNvPr>
          <p:cNvSpPr/>
          <p:nvPr/>
        </p:nvSpPr>
        <p:spPr>
          <a:xfrm>
            <a:off x="19004657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A5A5D742-72B8-E9E7-EE89-EB4EBB913B48}"/>
              </a:ext>
            </a:extLst>
          </p:cNvPr>
          <p:cNvSpPr/>
          <p:nvPr/>
        </p:nvSpPr>
        <p:spPr>
          <a:xfrm>
            <a:off x="19266428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452B9643-8EB7-ADA6-F8DA-A8B3A2671631}"/>
              </a:ext>
            </a:extLst>
          </p:cNvPr>
          <p:cNvSpPr/>
          <p:nvPr/>
        </p:nvSpPr>
        <p:spPr>
          <a:xfrm>
            <a:off x="19528201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AE7306E4-1450-A2C0-9865-E1590030615B}"/>
              </a:ext>
            </a:extLst>
          </p:cNvPr>
          <p:cNvSpPr/>
          <p:nvPr/>
        </p:nvSpPr>
        <p:spPr>
          <a:xfrm>
            <a:off x="19789973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F05B8F7A-4FC3-F689-7883-309990E0901D}"/>
              </a:ext>
            </a:extLst>
          </p:cNvPr>
          <p:cNvSpPr/>
          <p:nvPr/>
        </p:nvSpPr>
        <p:spPr>
          <a:xfrm>
            <a:off x="17957569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35E49016-303F-DCCC-6052-5896952D26E5}"/>
              </a:ext>
            </a:extLst>
          </p:cNvPr>
          <p:cNvSpPr/>
          <p:nvPr/>
        </p:nvSpPr>
        <p:spPr>
          <a:xfrm>
            <a:off x="18219340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07D78B0A-D2EC-1DF6-1762-B052E6968245}"/>
              </a:ext>
            </a:extLst>
          </p:cNvPr>
          <p:cNvSpPr/>
          <p:nvPr/>
        </p:nvSpPr>
        <p:spPr>
          <a:xfrm>
            <a:off x="18481112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D86CCE29-9825-5F39-8ED9-2D329D08C69A}"/>
              </a:ext>
            </a:extLst>
          </p:cNvPr>
          <p:cNvSpPr/>
          <p:nvPr/>
        </p:nvSpPr>
        <p:spPr>
          <a:xfrm>
            <a:off x="18742885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1D7AA61C-6B9E-5FF7-FE6C-E223A361F309}"/>
              </a:ext>
            </a:extLst>
          </p:cNvPr>
          <p:cNvSpPr/>
          <p:nvPr/>
        </p:nvSpPr>
        <p:spPr>
          <a:xfrm>
            <a:off x="19004657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680FDC74-FE23-821F-CF05-5F6C8499A352}"/>
              </a:ext>
            </a:extLst>
          </p:cNvPr>
          <p:cNvSpPr/>
          <p:nvPr/>
        </p:nvSpPr>
        <p:spPr>
          <a:xfrm>
            <a:off x="19266428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9AAB161F-16AB-6740-3A83-21A6934A4D69}"/>
              </a:ext>
            </a:extLst>
          </p:cNvPr>
          <p:cNvSpPr/>
          <p:nvPr/>
        </p:nvSpPr>
        <p:spPr>
          <a:xfrm>
            <a:off x="19528201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27955192-9EB2-AA9C-5FAD-E7D2867D0E78}"/>
              </a:ext>
            </a:extLst>
          </p:cNvPr>
          <p:cNvSpPr/>
          <p:nvPr/>
        </p:nvSpPr>
        <p:spPr>
          <a:xfrm>
            <a:off x="19789973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DBB934E2-DAFA-9CDE-F277-EADFB46BB96D}"/>
              </a:ext>
            </a:extLst>
          </p:cNvPr>
          <p:cNvSpPr/>
          <p:nvPr/>
        </p:nvSpPr>
        <p:spPr>
          <a:xfrm>
            <a:off x="17957569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B3895507-10A4-EA4A-32FC-E37EE4F9015A}"/>
              </a:ext>
            </a:extLst>
          </p:cNvPr>
          <p:cNvSpPr/>
          <p:nvPr/>
        </p:nvSpPr>
        <p:spPr>
          <a:xfrm>
            <a:off x="18219340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B50C63B3-6935-F4B1-64FE-76F1061AA9C9}"/>
              </a:ext>
            </a:extLst>
          </p:cNvPr>
          <p:cNvSpPr/>
          <p:nvPr/>
        </p:nvSpPr>
        <p:spPr>
          <a:xfrm>
            <a:off x="18481112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15AB2D2A-EDCE-24A9-BE0D-2F589D23A3DD}"/>
              </a:ext>
            </a:extLst>
          </p:cNvPr>
          <p:cNvSpPr/>
          <p:nvPr/>
        </p:nvSpPr>
        <p:spPr>
          <a:xfrm>
            <a:off x="18742885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887FB79B-853D-38B9-E3B3-581E5B88C978}"/>
              </a:ext>
            </a:extLst>
          </p:cNvPr>
          <p:cNvSpPr/>
          <p:nvPr/>
        </p:nvSpPr>
        <p:spPr>
          <a:xfrm>
            <a:off x="19004657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>
            <a:extLst>
              <a:ext uri="{FF2B5EF4-FFF2-40B4-BE49-F238E27FC236}">
                <a16:creationId xmlns:a16="http://schemas.microsoft.com/office/drawing/2014/main" id="{4E7CE4AE-D9F1-0709-65C1-8EE8C4D2249E}"/>
              </a:ext>
            </a:extLst>
          </p:cNvPr>
          <p:cNvSpPr/>
          <p:nvPr/>
        </p:nvSpPr>
        <p:spPr>
          <a:xfrm>
            <a:off x="19266428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>
            <a:extLst>
              <a:ext uri="{FF2B5EF4-FFF2-40B4-BE49-F238E27FC236}">
                <a16:creationId xmlns:a16="http://schemas.microsoft.com/office/drawing/2014/main" id="{06948F5B-9B60-632F-1FBB-C0F30A8AC443}"/>
              </a:ext>
            </a:extLst>
          </p:cNvPr>
          <p:cNvSpPr/>
          <p:nvPr/>
        </p:nvSpPr>
        <p:spPr>
          <a:xfrm>
            <a:off x="19528201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>
            <a:extLst>
              <a:ext uri="{FF2B5EF4-FFF2-40B4-BE49-F238E27FC236}">
                <a16:creationId xmlns:a16="http://schemas.microsoft.com/office/drawing/2014/main" id="{2E429C17-9389-1F91-C6CA-2617D8DD9F0E}"/>
              </a:ext>
            </a:extLst>
          </p:cNvPr>
          <p:cNvSpPr/>
          <p:nvPr/>
        </p:nvSpPr>
        <p:spPr>
          <a:xfrm>
            <a:off x="19789973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2770E9FC-7D22-737E-0221-3182842DBA60}"/>
              </a:ext>
            </a:extLst>
          </p:cNvPr>
          <p:cNvSpPr/>
          <p:nvPr/>
        </p:nvSpPr>
        <p:spPr>
          <a:xfrm>
            <a:off x="5395174" y="7776085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29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>
            <a:extLst>
              <a:ext uri="{FF2B5EF4-FFF2-40B4-BE49-F238E27FC236}">
                <a16:creationId xmlns:a16="http://schemas.microsoft.com/office/drawing/2014/main" id="{58CCA434-2382-F49D-7E21-E5FCC1BEDE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2328" y="1949018"/>
            <a:ext cx="17138784" cy="56752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200"/>
              </a:lnSpc>
              <a:spcBef>
                <a:spcPts val="95"/>
              </a:spcBef>
            </a:pPr>
            <a:r>
              <a:rPr lang="pt-BR" sz="11500" b="1" spc="10" dirty="0">
                <a:solidFill>
                  <a:srgbClr val="FFFFFF"/>
                </a:solidFill>
                <a:latin typeface="Montserrat ExtraBold" panose="00000900000000000000" pitchFamily="2" charset="0"/>
              </a:rPr>
              <a:t>D</a:t>
            </a:r>
            <a:r>
              <a:rPr lang="pt-BR" sz="11500" spc="10" dirty="0">
                <a:solidFill>
                  <a:srgbClr val="FFFFFF"/>
                </a:solidFill>
              </a:rPr>
              <a:t>IAGRAMA </a:t>
            </a:r>
            <a:r>
              <a:rPr lang="pt-BR" sz="11500" b="1" spc="10" dirty="0">
                <a:solidFill>
                  <a:srgbClr val="FFFFFF"/>
                </a:solidFill>
                <a:latin typeface="Montserrat ExtraBold" panose="00000900000000000000" pitchFamily="2" charset="0"/>
              </a:rPr>
              <a:t>E</a:t>
            </a:r>
            <a:r>
              <a:rPr lang="pt-BR" sz="11500" spc="10" dirty="0">
                <a:solidFill>
                  <a:srgbClr val="FFFFFF"/>
                </a:solidFill>
              </a:rPr>
              <a:t>NTIDADE </a:t>
            </a:r>
            <a:r>
              <a:rPr lang="pt-BR" sz="11500" b="1" spc="10" dirty="0">
                <a:solidFill>
                  <a:srgbClr val="FFFFFF"/>
                </a:solidFill>
                <a:latin typeface="Montserrat ExtraBold" panose="00000900000000000000" pitchFamily="2" charset="0"/>
              </a:rPr>
              <a:t>R</a:t>
            </a:r>
            <a:r>
              <a:rPr lang="pt-BR" sz="11500" spc="10" dirty="0">
                <a:solidFill>
                  <a:srgbClr val="FFFFFF"/>
                </a:solidFill>
              </a:rPr>
              <a:t>ELACIONAMENTO</a:t>
            </a:r>
            <a:br>
              <a:rPr lang="pt-BR" sz="11500" spc="10" dirty="0">
                <a:solidFill>
                  <a:srgbClr val="FFFFFF"/>
                </a:solidFill>
              </a:rPr>
            </a:br>
            <a:r>
              <a:rPr lang="pt-BR" sz="13800" b="1" spc="10" dirty="0">
                <a:solidFill>
                  <a:srgbClr val="FFFFFF"/>
                </a:solidFill>
                <a:latin typeface="Montserrat ExtraBold"/>
              </a:rPr>
              <a:t>DER</a:t>
            </a:r>
            <a:endParaRPr sz="11500" dirty="0">
              <a:latin typeface="Montserrat ExtraBold"/>
              <a:cs typeface="Montserrat ExtraBold"/>
            </a:endParaRPr>
          </a:p>
        </p:txBody>
      </p:sp>
      <p:sp>
        <p:nvSpPr>
          <p:cNvPr id="73" name="object 73">
            <a:extLst>
              <a:ext uri="{FF2B5EF4-FFF2-40B4-BE49-F238E27FC236}">
                <a16:creationId xmlns:a16="http://schemas.microsoft.com/office/drawing/2014/main" id="{2A012E63-58EC-5D12-E2BC-DA91BEA3F1EC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257870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060D93D-4CA8-B414-E45D-50F2E354D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7E44439-0F66-BCEE-93D6-AB5E6A611167}"/>
              </a:ext>
            </a:extLst>
          </p:cNvPr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57BF436-AA33-F2FE-69B6-A1A73E2647A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C33FDA0-02BC-164A-2434-C126FD95EFD1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AD3262B-7BBF-DD7F-FE59-EFB84EA2532A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D535D3A-89E3-EF08-29E6-05D0A57A93CC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DD96E1AF-CEEA-B4B8-0C4F-59E1D80A972D}"/>
              </a:ext>
            </a:extLst>
          </p:cNvPr>
          <p:cNvGrpSpPr/>
          <p:nvPr/>
        </p:nvGrpSpPr>
        <p:grpSpPr>
          <a:xfrm>
            <a:off x="0" y="2774784"/>
            <a:ext cx="20104100" cy="8534188"/>
            <a:chOff x="0" y="2774784"/>
            <a:chExt cx="20104100" cy="8534188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BED1369D-8740-DA24-6395-B578B577C0CE}"/>
                </a:ext>
              </a:extLst>
            </p:cNvPr>
            <p:cNvSpPr/>
            <p:nvPr/>
          </p:nvSpPr>
          <p:spPr>
            <a:xfrm>
              <a:off x="0" y="8167290"/>
              <a:ext cx="20104100" cy="2984500"/>
            </a:xfrm>
            <a:custGeom>
              <a:avLst/>
              <a:gdLst/>
              <a:ahLst/>
              <a:cxnLst/>
              <a:rect l="l" t="t" r="r" b="b"/>
              <a:pathLst>
                <a:path w="20104100" h="2984500">
                  <a:moveTo>
                    <a:pt x="0" y="2984202"/>
                  </a:moveTo>
                  <a:lnTo>
                    <a:pt x="20104099" y="298420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984202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F7F36610-33EF-F22E-B24D-E1E883732DF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36313" y="2774784"/>
              <a:ext cx="8806014" cy="8533771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DA7F245C-2BB7-A04E-0EF2-3B1943748EB3}"/>
                </a:ext>
              </a:extLst>
            </p:cNvPr>
            <p:cNvSpPr/>
            <p:nvPr/>
          </p:nvSpPr>
          <p:spPr>
            <a:xfrm>
              <a:off x="11821838" y="3560101"/>
              <a:ext cx="7235190" cy="7591425"/>
            </a:xfrm>
            <a:custGeom>
              <a:avLst/>
              <a:gdLst/>
              <a:ahLst/>
              <a:cxnLst/>
              <a:rect l="l" t="t" r="r" b="b"/>
              <a:pathLst>
                <a:path w="7235190" h="7591425">
                  <a:moveTo>
                    <a:pt x="0" y="7591391"/>
                  </a:moveTo>
                  <a:lnTo>
                    <a:pt x="7235172" y="7591391"/>
                  </a:lnTo>
                  <a:lnTo>
                    <a:pt x="7235172" y="0"/>
                  </a:lnTo>
                  <a:lnTo>
                    <a:pt x="0" y="0"/>
                  </a:lnTo>
                  <a:lnTo>
                    <a:pt x="0" y="759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65942465-6701-82CF-B30B-855422B23827}"/>
                </a:ext>
              </a:extLst>
            </p:cNvPr>
            <p:cNvSpPr/>
            <p:nvPr/>
          </p:nvSpPr>
          <p:spPr>
            <a:xfrm>
              <a:off x="19266420" y="3560108"/>
              <a:ext cx="575945" cy="1885314"/>
            </a:xfrm>
            <a:custGeom>
              <a:avLst/>
              <a:gdLst/>
              <a:ahLst/>
              <a:cxnLst/>
              <a:rect l="l" t="t" r="r" b="b"/>
              <a:pathLst>
                <a:path w="575944" h="1885314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64"/>
                  </a:lnTo>
                  <a:lnTo>
                    <a:pt x="36372" y="1834464"/>
                  </a:lnTo>
                  <a:lnTo>
                    <a:pt x="26174" y="1832406"/>
                  </a:lnTo>
                  <a:lnTo>
                    <a:pt x="15989" y="1834464"/>
                  </a:lnTo>
                  <a:lnTo>
                    <a:pt x="7670" y="1840064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66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74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66"/>
                  </a:lnTo>
                  <a:lnTo>
                    <a:pt x="52362" y="1858581"/>
                  </a:lnTo>
                  <a:close/>
                </a:path>
                <a:path w="575944" h="1885314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292"/>
                  </a:lnTo>
                  <a:lnTo>
                    <a:pt x="36372" y="1572691"/>
                  </a:lnTo>
                  <a:lnTo>
                    <a:pt x="26174" y="1570634"/>
                  </a:lnTo>
                  <a:lnTo>
                    <a:pt x="15989" y="1572691"/>
                  </a:lnTo>
                  <a:lnTo>
                    <a:pt x="7670" y="1578292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6994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74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6994"/>
                  </a:lnTo>
                  <a:lnTo>
                    <a:pt x="52362" y="1596809"/>
                  </a:lnTo>
                  <a:close/>
                </a:path>
                <a:path w="575944" h="1885314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20"/>
                  </a:lnTo>
                  <a:lnTo>
                    <a:pt x="36372" y="1310919"/>
                  </a:lnTo>
                  <a:lnTo>
                    <a:pt x="26174" y="1308862"/>
                  </a:lnTo>
                  <a:lnTo>
                    <a:pt x="15989" y="1310919"/>
                  </a:lnTo>
                  <a:lnTo>
                    <a:pt x="7670" y="1316520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22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74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22"/>
                  </a:lnTo>
                  <a:lnTo>
                    <a:pt x="52362" y="1335036"/>
                  </a:lnTo>
                  <a:close/>
                </a:path>
                <a:path w="575944" h="1885314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47"/>
                  </a:lnTo>
                  <a:lnTo>
                    <a:pt x="36372" y="1049147"/>
                  </a:lnTo>
                  <a:lnTo>
                    <a:pt x="26174" y="1047089"/>
                  </a:lnTo>
                  <a:lnTo>
                    <a:pt x="15989" y="1049147"/>
                  </a:lnTo>
                  <a:lnTo>
                    <a:pt x="7670" y="1054747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49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74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49"/>
                  </a:lnTo>
                  <a:lnTo>
                    <a:pt x="52362" y="1073264"/>
                  </a:lnTo>
                  <a:close/>
                </a:path>
                <a:path w="575944" h="1885314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75"/>
                  </a:lnTo>
                  <a:lnTo>
                    <a:pt x="36372" y="787374"/>
                  </a:lnTo>
                  <a:lnTo>
                    <a:pt x="26174" y="785317"/>
                  </a:lnTo>
                  <a:lnTo>
                    <a:pt x="15989" y="787374"/>
                  </a:lnTo>
                  <a:lnTo>
                    <a:pt x="7670" y="792975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77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74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77"/>
                  </a:lnTo>
                  <a:lnTo>
                    <a:pt x="52362" y="811491"/>
                  </a:lnTo>
                  <a:close/>
                </a:path>
                <a:path w="575944" h="1885314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02"/>
                  </a:lnTo>
                  <a:lnTo>
                    <a:pt x="36372" y="525602"/>
                  </a:lnTo>
                  <a:lnTo>
                    <a:pt x="26174" y="523544"/>
                  </a:lnTo>
                  <a:lnTo>
                    <a:pt x="15989" y="525602"/>
                  </a:lnTo>
                  <a:lnTo>
                    <a:pt x="7670" y="531202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04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74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04"/>
                  </a:lnTo>
                  <a:lnTo>
                    <a:pt x="52362" y="549719"/>
                  </a:lnTo>
                  <a:close/>
                </a:path>
                <a:path w="575944" h="1885314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74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64"/>
                  </a:lnTo>
                  <a:lnTo>
                    <a:pt x="26174" y="314121"/>
                  </a:lnTo>
                  <a:lnTo>
                    <a:pt x="36372" y="312064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575944" h="1885314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74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74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575944" h="1885314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64"/>
                  </a:lnTo>
                  <a:lnTo>
                    <a:pt x="298145" y="1834464"/>
                  </a:lnTo>
                  <a:lnTo>
                    <a:pt x="287947" y="1832406"/>
                  </a:lnTo>
                  <a:lnTo>
                    <a:pt x="277761" y="1834464"/>
                  </a:lnTo>
                  <a:lnTo>
                    <a:pt x="269443" y="1840064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66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47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66"/>
                  </a:lnTo>
                  <a:lnTo>
                    <a:pt x="314134" y="1858581"/>
                  </a:lnTo>
                  <a:close/>
                </a:path>
                <a:path w="575944" h="1885314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292"/>
                  </a:lnTo>
                  <a:lnTo>
                    <a:pt x="298145" y="1572691"/>
                  </a:lnTo>
                  <a:lnTo>
                    <a:pt x="287947" y="1570634"/>
                  </a:lnTo>
                  <a:lnTo>
                    <a:pt x="277761" y="1572691"/>
                  </a:lnTo>
                  <a:lnTo>
                    <a:pt x="269443" y="1578292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6994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47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6994"/>
                  </a:lnTo>
                  <a:lnTo>
                    <a:pt x="314134" y="1596809"/>
                  </a:lnTo>
                  <a:close/>
                </a:path>
                <a:path w="575944" h="1885314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20"/>
                  </a:lnTo>
                  <a:lnTo>
                    <a:pt x="298145" y="1310919"/>
                  </a:lnTo>
                  <a:lnTo>
                    <a:pt x="287947" y="1308862"/>
                  </a:lnTo>
                  <a:lnTo>
                    <a:pt x="277761" y="1310919"/>
                  </a:lnTo>
                  <a:lnTo>
                    <a:pt x="269443" y="1316520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22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47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22"/>
                  </a:lnTo>
                  <a:lnTo>
                    <a:pt x="314134" y="1335036"/>
                  </a:lnTo>
                  <a:close/>
                </a:path>
                <a:path w="575944" h="1885314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47"/>
                  </a:lnTo>
                  <a:lnTo>
                    <a:pt x="298145" y="1049147"/>
                  </a:lnTo>
                  <a:lnTo>
                    <a:pt x="287947" y="1047089"/>
                  </a:lnTo>
                  <a:lnTo>
                    <a:pt x="277761" y="1049147"/>
                  </a:lnTo>
                  <a:lnTo>
                    <a:pt x="269443" y="1054747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49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47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49"/>
                  </a:lnTo>
                  <a:lnTo>
                    <a:pt x="314134" y="1073264"/>
                  </a:lnTo>
                  <a:close/>
                </a:path>
                <a:path w="575944" h="1885314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75"/>
                  </a:lnTo>
                  <a:lnTo>
                    <a:pt x="298145" y="787374"/>
                  </a:lnTo>
                  <a:lnTo>
                    <a:pt x="287947" y="785317"/>
                  </a:lnTo>
                  <a:lnTo>
                    <a:pt x="277761" y="787374"/>
                  </a:lnTo>
                  <a:lnTo>
                    <a:pt x="269443" y="792975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77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47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77"/>
                  </a:lnTo>
                  <a:lnTo>
                    <a:pt x="314134" y="811491"/>
                  </a:lnTo>
                  <a:close/>
                </a:path>
                <a:path w="575944" h="1885314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02"/>
                  </a:lnTo>
                  <a:lnTo>
                    <a:pt x="298145" y="525602"/>
                  </a:lnTo>
                  <a:lnTo>
                    <a:pt x="287947" y="523544"/>
                  </a:lnTo>
                  <a:lnTo>
                    <a:pt x="277761" y="525602"/>
                  </a:lnTo>
                  <a:lnTo>
                    <a:pt x="269443" y="531202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04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47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04"/>
                  </a:lnTo>
                  <a:lnTo>
                    <a:pt x="314134" y="549719"/>
                  </a:lnTo>
                  <a:close/>
                </a:path>
                <a:path w="575944" h="1885314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47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64"/>
                  </a:lnTo>
                  <a:lnTo>
                    <a:pt x="287947" y="314121"/>
                  </a:lnTo>
                  <a:lnTo>
                    <a:pt x="298145" y="312064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575944" h="1885314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47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292"/>
                  </a:lnTo>
                  <a:lnTo>
                    <a:pt x="287947" y="52349"/>
                  </a:lnTo>
                  <a:lnTo>
                    <a:pt x="298145" y="50292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575944" h="1885314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64"/>
                  </a:lnTo>
                  <a:lnTo>
                    <a:pt x="559917" y="1834464"/>
                  </a:lnTo>
                  <a:lnTo>
                    <a:pt x="549719" y="1832406"/>
                  </a:lnTo>
                  <a:lnTo>
                    <a:pt x="539534" y="1834464"/>
                  </a:lnTo>
                  <a:lnTo>
                    <a:pt x="531215" y="1840064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66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19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66"/>
                  </a:lnTo>
                  <a:lnTo>
                    <a:pt x="575906" y="1858581"/>
                  </a:lnTo>
                  <a:close/>
                </a:path>
                <a:path w="575944" h="1885314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292"/>
                  </a:lnTo>
                  <a:lnTo>
                    <a:pt x="559917" y="1572691"/>
                  </a:lnTo>
                  <a:lnTo>
                    <a:pt x="549719" y="1570634"/>
                  </a:lnTo>
                  <a:lnTo>
                    <a:pt x="539534" y="1572691"/>
                  </a:lnTo>
                  <a:lnTo>
                    <a:pt x="531215" y="1578292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6994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19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6994"/>
                  </a:lnTo>
                  <a:lnTo>
                    <a:pt x="575906" y="1596809"/>
                  </a:lnTo>
                  <a:close/>
                </a:path>
                <a:path w="575944" h="1885314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20"/>
                  </a:lnTo>
                  <a:lnTo>
                    <a:pt x="559917" y="1310919"/>
                  </a:lnTo>
                  <a:lnTo>
                    <a:pt x="549719" y="1308862"/>
                  </a:lnTo>
                  <a:lnTo>
                    <a:pt x="539534" y="1310919"/>
                  </a:lnTo>
                  <a:lnTo>
                    <a:pt x="531215" y="1316520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22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19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22"/>
                  </a:lnTo>
                  <a:lnTo>
                    <a:pt x="575906" y="1335036"/>
                  </a:lnTo>
                  <a:close/>
                </a:path>
                <a:path w="575944" h="1885314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47"/>
                  </a:lnTo>
                  <a:lnTo>
                    <a:pt x="559917" y="1049147"/>
                  </a:lnTo>
                  <a:lnTo>
                    <a:pt x="549719" y="1047089"/>
                  </a:lnTo>
                  <a:lnTo>
                    <a:pt x="539534" y="1049147"/>
                  </a:lnTo>
                  <a:lnTo>
                    <a:pt x="531215" y="1054747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49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19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49"/>
                  </a:lnTo>
                  <a:lnTo>
                    <a:pt x="575906" y="1073264"/>
                  </a:lnTo>
                  <a:close/>
                </a:path>
                <a:path w="575944" h="1885314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75"/>
                  </a:lnTo>
                  <a:lnTo>
                    <a:pt x="559917" y="787374"/>
                  </a:lnTo>
                  <a:lnTo>
                    <a:pt x="549719" y="785317"/>
                  </a:lnTo>
                  <a:lnTo>
                    <a:pt x="539534" y="787374"/>
                  </a:lnTo>
                  <a:lnTo>
                    <a:pt x="531215" y="792975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77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19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77"/>
                  </a:lnTo>
                  <a:lnTo>
                    <a:pt x="575906" y="811491"/>
                  </a:lnTo>
                  <a:close/>
                </a:path>
                <a:path w="575944" h="1885314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02"/>
                  </a:lnTo>
                  <a:lnTo>
                    <a:pt x="559917" y="525602"/>
                  </a:lnTo>
                  <a:lnTo>
                    <a:pt x="549719" y="523544"/>
                  </a:lnTo>
                  <a:lnTo>
                    <a:pt x="539534" y="525602"/>
                  </a:lnTo>
                  <a:lnTo>
                    <a:pt x="531215" y="531202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04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19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04"/>
                  </a:lnTo>
                  <a:lnTo>
                    <a:pt x="575906" y="549719"/>
                  </a:lnTo>
                  <a:close/>
                </a:path>
                <a:path w="575944" h="1885314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19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64"/>
                  </a:lnTo>
                  <a:lnTo>
                    <a:pt x="549719" y="314121"/>
                  </a:lnTo>
                  <a:lnTo>
                    <a:pt x="559917" y="312064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575944" h="1885314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19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292"/>
                  </a:lnTo>
                  <a:lnTo>
                    <a:pt x="549719" y="52349"/>
                  </a:lnTo>
                  <a:lnTo>
                    <a:pt x="559917" y="50292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8E648247-5C6D-37C9-B2DD-DC581FBADBCA}"/>
                </a:ext>
              </a:extLst>
            </p:cNvPr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950C9B39-F89F-FBEE-6E0E-ED2C6D23BAD4}"/>
                </a:ext>
              </a:extLst>
            </p:cNvPr>
            <p:cNvSpPr/>
            <p:nvPr/>
          </p:nvSpPr>
          <p:spPr>
            <a:xfrm>
              <a:off x="10774745" y="5654278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77D46F3C-20AD-BCEB-4769-243551C833B5}"/>
              </a:ext>
            </a:extLst>
          </p:cNvPr>
          <p:cNvSpPr txBox="1"/>
          <p:nvPr/>
        </p:nvSpPr>
        <p:spPr>
          <a:xfrm>
            <a:off x="12332678" y="5822120"/>
            <a:ext cx="6158865" cy="1994136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spcBef>
                <a:spcPts val="190"/>
              </a:spcBef>
            </a:pP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DER (Diagrama Entidade-Relacionamento) é a representação </a:t>
            </a: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gráfica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 e </a:t>
            </a: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visual desse modelo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.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071254F8-DF31-78B2-B6C4-2FB46819B2F2}"/>
              </a:ext>
            </a:extLst>
          </p:cNvPr>
          <p:cNvSpPr txBox="1"/>
          <p:nvPr/>
        </p:nvSpPr>
        <p:spPr>
          <a:xfrm>
            <a:off x="12332678" y="4098774"/>
            <a:ext cx="6158864" cy="11176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0" spc="15" dirty="0">
                <a:solidFill>
                  <a:srgbClr val="333333"/>
                </a:solidFill>
                <a:latin typeface="Montserrat Light"/>
                <a:cs typeface="Montserrat Light"/>
              </a:rPr>
              <a:t>QUAL SUA</a:t>
            </a:r>
            <a:endParaRPr lang="pt-BR" sz="3600" b="0" spc="95" dirty="0">
              <a:solidFill>
                <a:srgbClr val="333333"/>
              </a:solidFill>
              <a:latin typeface="Montserrat Light"/>
              <a:cs typeface="Montserrat Light"/>
            </a:endParaRP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DEFINIÇÃO?</a:t>
            </a:r>
            <a:endParaRPr sz="3600" dirty="0">
              <a:latin typeface="Montserrat ExtraBold"/>
              <a:cs typeface="Montserrat ExtraBold"/>
            </a:endParaRPr>
          </a:p>
        </p:txBody>
      </p:sp>
      <p:sp>
        <p:nvSpPr>
          <p:cNvPr id="18" name="object 15">
            <a:extLst>
              <a:ext uri="{FF2B5EF4-FFF2-40B4-BE49-F238E27FC236}">
                <a16:creationId xmlns:a16="http://schemas.microsoft.com/office/drawing/2014/main" id="{0C067C03-392B-4094-71E3-73C6A52E51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4" y="984549"/>
            <a:ext cx="14105583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MODELO RELACIONAL</a:t>
            </a:r>
            <a:br>
              <a:rPr lang="pt-BR" sz="4950" b="1" spc="-15" dirty="0">
                <a:latin typeface="Montserrat ExtraBold"/>
                <a:cs typeface="Montserrat ExtraBold"/>
              </a:rPr>
            </a:br>
            <a:r>
              <a:rPr lang="pt-BR" sz="4400" spc="-25" dirty="0">
                <a:latin typeface="Montserrat"/>
                <a:cs typeface="Montserrat ExtraBold"/>
              </a:rPr>
              <a:t>DIAGRAMA ENTIDADE RELACIONAMENTO - DER</a:t>
            </a:r>
            <a:endParaRPr sz="4950" dirty="0">
              <a:latin typeface="Montserrat"/>
              <a:cs typeface="Montserrat"/>
            </a:endParaRPr>
          </a:p>
        </p:txBody>
      </p:sp>
      <p:pic>
        <p:nvPicPr>
          <p:cNvPr id="12" name="Imagem 11" descr="Crie Diagramas de Entidade e Relacionamento Online e Fácil">
            <a:extLst>
              <a:ext uri="{FF2B5EF4-FFF2-40B4-BE49-F238E27FC236}">
                <a16:creationId xmlns:a16="http://schemas.microsoft.com/office/drawing/2014/main" id="{E7A2E5A1-B711-E4AC-EC50-F7CB2EB04C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002" t="26178" r="3089" b="15598"/>
          <a:stretch>
            <a:fillRect/>
          </a:stretch>
        </p:blipFill>
        <p:spPr>
          <a:xfrm>
            <a:off x="-38" y="3557054"/>
            <a:ext cx="11821837" cy="759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28893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26652E7-545E-C96B-F3EA-7D54EE71D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79C43A0-08B2-EEA4-FBEB-3FB75D7823C6}"/>
              </a:ext>
            </a:extLst>
          </p:cNvPr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B1E660E7-7491-7698-7368-7FA1C2C972AF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172B2AB-9325-5073-A704-E7E3569101E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0531B6D-8959-DC3A-001C-320ED7918D3C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42B67BC-6CDC-2B29-5934-81F1D76BF9DC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692D9297-DF7A-4034-0DBA-07C574AAFEE1}"/>
              </a:ext>
            </a:extLst>
          </p:cNvPr>
          <p:cNvGrpSpPr/>
          <p:nvPr/>
        </p:nvGrpSpPr>
        <p:grpSpPr>
          <a:xfrm>
            <a:off x="0" y="2774784"/>
            <a:ext cx="20104100" cy="8534188"/>
            <a:chOff x="0" y="2774784"/>
            <a:chExt cx="20104100" cy="8534188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049B565A-8043-0C49-946A-19957EDEA767}"/>
                </a:ext>
              </a:extLst>
            </p:cNvPr>
            <p:cNvSpPr/>
            <p:nvPr/>
          </p:nvSpPr>
          <p:spPr>
            <a:xfrm>
              <a:off x="0" y="8167290"/>
              <a:ext cx="20104100" cy="2984500"/>
            </a:xfrm>
            <a:custGeom>
              <a:avLst/>
              <a:gdLst/>
              <a:ahLst/>
              <a:cxnLst/>
              <a:rect l="l" t="t" r="r" b="b"/>
              <a:pathLst>
                <a:path w="20104100" h="2984500">
                  <a:moveTo>
                    <a:pt x="0" y="2984202"/>
                  </a:moveTo>
                  <a:lnTo>
                    <a:pt x="20104099" y="298420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984202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FDB3F798-F2BD-0C3C-DD14-6A8C65FFAF2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36313" y="2774784"/>
              <a:ext cx="8806014" cy="8533771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2E97A995-E03F-39C0-373D-3862397B95A8}"/>
                </a:ext>
              </a:extLst>
            </p:cNvPr>
            <p:cNvSpPr/>
            <p:nvPr/>
          </p:nvSpPr>
          <p:spPr>
            <a:xfrm>
              <a:off x="11821838" y="3560101"/>
              <a:ext cx="7235190" cy="7591425"/>
            </a:xfrm>
            <a:custGeom>
              <a:avLst/>
              <a:gdLst/>
              <a:ahLst/>
              <a:cxnLst/>
              <a:rect l="l" t="t" r="r" b="b"/>
              <a:pathLst>
                <a:path w="7235190" h="7591425">
                  <a:moveTo>
                    <a:pt x="0" y="7591391"/>
                  </a:moveTo>
                  <a:lnTo>
                    <a:pt x="7235172" y="7591391"/>
                  </a:lnTo>
                  <a:lnTo>
                    <a:pt x="7235172" y="0"/>
                  </a:lnTo>
                  <a:lnTo>
                    <a:pt x="0" y="0"/>
                  </a:lnTo>
                  <a:lnTo>
                    <a:pt x="0" y="759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F1FB1F6D-E615-BD2C-E9F2-FD37A1A3CCE0}"/>
                </a:ext>
              </a:extLst>
            </p:cNvPr>
            <p:cNvSpPr/>
            <p:nvPr/>
          </p:nvSpPr>
          <p:spPr>
            <a:xfrm>
              <a:off x="19266420" y="3560108"/>
              <a:ext cx="575945" cy="1885314"/>
            </a:xfrm>
            <a:custGeom>
              <a:avLst/>
              <a:gdLst/>
              <a:ahLst/>
              <a:cxnLst/>
              <a:rect l="l" t="t" r="r" b="b"/>
              <a:pathLst>
                <a:path w="575944" h="1885314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64"/>
                  </a:lnTo>
                  <a:lnTo>
                    <a:pt x="36372" y="1834464"/>
                  </a:lnTo>
                  <a:lnTo>
                    <a:pt x="26174" y="1832406"/>
                  </a:lnTo>
                  <a:lnTo>
                    <a:pt x="15989" y="1834464"/>
                  </a:lnTo>
                  <a:lnTo>
                    <a:pt x="7670" y="1840064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66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74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66"/>
                  </a:lnTo>
                  <a:lnTo>
                    <a:pt x="52362" y="1858581"/>
                  </a:lnTo>
                  <a:close/>
                </a:path>
                <a:path w="575944" h="1885314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292"/>
                  </a:lnTo>
                  <a:lnTo>
                    <a:pt x="36372" y="1572691"/>
                  </a:lnTo>
                  <a:lnTo>
                    <a:pt x="26174" y="1570634"/>
                  </a:lnTo>
                  <a:lnTo>
                    <a:pt x="15989" y="1572691"/>
                  </a:lnTo>
                  <a:lnTo>
                    <a:pt x="7670" y="1578292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6994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74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6994"/>
                  </a:lnTo>
                  <a:lnTo>
                    <a:pt x="52362" y="1596809"/>
                  </a:lnTo>
                  <a:close/>
                </a:path>
                <a:path w="575944" h="1885314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20"/>
                  </a:lnTo>
                  <a:lnTo>
                    <a:pt x="36372" y="1310919"/>
                  </a:lnTo>
                  <a:lnTo>
                    <a:pt x="26174" y="1308862"/>
                  </a:lnTo>
                  <a:lnTo>
                    <a:pt x="15989" y="1310919"/>
                  </a:lnTo>
                  <a:lnTo>
                    <a:pt x="7670" y="1316520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22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74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22"/>
                  </a:lnTo>
                  <a:lnTo>
                    <a:pt x="52362" y="1335036"/>
                  </a:lnTo>
                  <a:close/>
                </a:path>
                <a:path w="575944" h="1885314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47"/>
                  </a:lnTo>
                  <a:lnTo>
                    <a:pt x="36372" y="1049147"/>
                  </a:lnTo>
                  <a:lnTo>
                    <a:pt x="26174" y="1047089"/>
                  </a:lnTo>
                  <a:lnTo>
                    <a:pt x="15989" y="1049147"/>
                  </a:lnTo>
                  <a:lnTo>
                    <a:pt x="7670" y="1054747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49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74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49"/>
                  </a:lnTo>
                  <a:lnTo>
                    <a:pt x="52362" y="1073264"/>
                  </a:lnTo>
                  <a:close/>
                </a:path>
                <a:path w="575944" h="1885314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75"/>
                  </a:lnTo>
                  <a:lnTo>
                    <a:pt x="36372" y="787374"/>
                  </a:lnTo>
                  <a:lnTo>
                    <a:pt x="26174" y="785317"/>
                  </a:lnTo>
                  <a:lnTo>
                    <a:pt x="15989" y="787374"/>
                  </a:lnTo>
                  <a:lnTo>
                    <a:pt x="7670" y="792975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77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74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77"/>
                  </a:lnTo>
                  <a:lnTo>
                    <a:pt x="52362" y="811491"/>
                  </a:lnTo>
                  <a:close/>
                </a:path>
                <a:path w="575944" h="1885314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02"/>
                  </a:lnTo>
                  <a:lnTo>
                    <a:pt x="36372" y="525602"/>
                  </a:lnTo>
                  <a:lnTo>
                    <a:pt x="26174" y="523544"/>
                  </a:lnTo>
                  <a:lnTo>
                    <a:pt x="15989" y="525602"/>
                  </a:lnTo>
                  <a:lnTo>
                    <a:pt x="7670" y="531202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04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74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04"/>
                  </a:lnTo>
                  <a:lnTo>
                    <a:pt x="52362" y="549719"/>
                  </a:lnTo>
                  <a:close/>
                </a:path>
                <a:path w="575944" h="1885314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74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64"/>
                  </a:lnTo>
                  <a:lnTo>
                    <a:pt x="26174" y="314121"/>
                  </a:lnTo>
                  <a:lnTo>
                    <a:pt x="36372" y="312064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575944" h="1885314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74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74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575944" h="1885314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64"/>
                  </a:lnTo>
                  <a:lnTo>
                    <a:pt x="298145" y="1834464"/>
                  </a:lnTo>
                  <a:lnTo>
                    <a:pt x="287947" y="1832406"/>
                  </a:lnTo>
                  <a:lnTo>
                    <a:pt x="277761" y="1834464"/>
                  </a:lnTo>
                  <a:lnTo>
                    <a:pt x="269443" y="1840064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66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47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66"/>
                  </a:lnTo>
                  <a:lnTo>
                    <a:pt x="314134" y="1858581"/>
                  </a:lnTo>
                  <a:close/>
                </a:path>
                <a:path w="575944" h="1885314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292"/>
                  </a:lnTo>
                  <a:lnTo>
                    <a:pt x="298145" y="1572691"/>
                  </a:lnTo>
                  <a:lnTo>
                    <a:pt x="287947" y="1570634"/>
                  </a:lnTo>
                  <a:lnTo>
                    <a:pt x="277761" y="1572691"/>
                  </a:lnTo>
                  <a:lnTo>
                    <a:pt x="269443" y="1578292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6994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47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6994"/>
                  </a:lnTo>
                  <a:lnTo>
                    <a:pt x="314134" y="1596809"/>
                  </a:lnTo>
                  <a:close/>
                </a:path>
                <a:path w="575944" h="1885314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20"/>
                  </a:lnTo>
                  <a:lnTo>
                    <a:pt x="298145" y="1310919"/>
                  </a:lnTo>
                  <a:lnTo>
                    <a:pt x="287947" y="1308862"/>
                  </a:lnTo>
                  <a:lnTo>
                    <a:pt x="277761" y="1310919"/>
                  </a:lnTo>
                  <a:lnTo>
                    <a:pt x="269443" y="1316520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22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47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22"/>
                  </a:lnTo>
                  <a:lnTo>
                    <a:pt x="314134" y="1335036"/>
                  </a:lnTo>
                  <a:close/>
                </a:path>
                <a:path w="575944" h="1885314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47"/>
                  </a:lnTo>
                  <a:lnTo>
                    <a:pt x="298145" y="1049147"/>
                  </a:lnTo>
                  <a:lnTo>
                    <a:pt x="287947" y="1047089"/>
                  </a:lnTo>
                  <a:lnTo>
                    <a:pt x="277761" y="1049147"/>
                  </a:lnTo>
                  <a:lnTo>
                    <a:pt x="269443" y="1054747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49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47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49"/>
                  </a:lnTo>
                  <a:lnTo>
                    <a:pt x="314134" y="1073264"/>
                  </a:lnTo>
                  <a:close/>
                </a:path>
                <a:path w="575944" h="1885314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75"/>
                  </a:lnTo>
                  <a:lnTo>
                    <a:pt x="298145" y="787374"/>
                  </a:lnTo>
                  <a:lnTo>
                    <a:pt x="287947" y="785317"/>
                  </a:lnTo>
                  <a:lnTo>
                    <a:pt x="277761" y="787374"/>
                  </a:lnTo>
                  <a:lnTo>
                    <a:pt x="269443" y="792975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77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47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77"/>
                  </a:lnTo>
                  <a:lnTo>
                    <a:pt x="314134" y="811491"/>
                  </a:lnTo>
                  <a:close/>
                </a:path>
                <a:path w="575944" h="1885314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02"/>
                  </a:lnTo>
                  <a:lnTo>
                    <a:pt x="298145" y="525602"/>
                  </a:lnTo>
                  <a:lnTo>
                    <a:pt x="287947" y="523544"/>
                  </a:lnTo>
                  <a:lnTo>
                    <a:pt x="277761" y="525602"/>
                  </a:lnTo>
                  <a:lnTo>
                    <a:pt x="269443" y="531202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04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47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04"/>
                  </a:lnTo>
                  <a:lnTo>
                    <a:pt x="314134" y="549719"/>
                  </a:lnTo>
                  <a:close/>
                </a:path>
                <a:path w="575944" h="1885314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47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64"/>
                  </a:lnTo>
                  <a:lnTo>
                    <a:pt x="287947" y="314121"/>
                  </a:lnTo>
                  <a:lnTo>
                    <a:pt x="298145" y="312064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575944" h="1885314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47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292"/>
                  </a:lnTo>
                  <a:lnTo>
                    <a:pt x="287947" y="52349"/>
                  </a:lnTo>
                  <a:lnTo>
                    <a:pt x="298145" y="50292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575944" h="1885314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64"/>
                  </a:lnTo>
                  <a:lnTo>
                    <a:pt x="559917" y="1834464"/>
                  </a:lnTo>
                  <a:lnTo>
                    <a:pt x="549719" y="1832406"/>
                  </a:lnTo>
                  <a:lnTo>
                    <a:pt x="539534" y="1834464"/>
                  </a:lnTo>
                  <a:lnTo>
                    <a:pt x="531215" y="1840064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66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19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66"/>
                  </a:lnTo>
                  <a:lnTo>
                    <a:pt x="575906" y="1858581"/>
                  </a:lnTo>
                  <a:close/>
                </a:path>
                <a:path w="575944" h="1885314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292"/>
                  </a:lnTo>
                  <a:lnTo>
                    <a:pt x="559917" y="1572691"/>
                  </a:lnTo>
                  <a:lnTo>
                    <a:pt x="549719" y="1570634"/>
                  </a:lnTo>
                  <a:lnTo>
                    <a:pt x="539534" y="1572691"/>
                  </a:lnTo>
                  <a:lnTo>
                    <a:pt x="531215" y="1578292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6994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19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6994"/>
                  </a:lnTo>
                  <a:lnTo>
                    <a:pt x="575906" y="1596809"/>
                  </a:lnTo>
                  <a:close/>
                </a:path>
                <a:path w="575944" h="1885314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20"/>
                  </a:lnTo>
                  <a:lnTo>
                    <a:pt x="559917" y="1310919"/>
                  </a:lnTo>
                  <a:lnTo>
                    <a:pt x="549719" y="1308862"/>
                  </a:lnTo>
                  <a:lnTo>
                    <a:pt x="539534" y="1310919"/>
                  </a:lnTo>
                  <a:lnTo>
                    <a:pt x="531215" y="1316520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22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19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22"/>
                  </a:lnTo>
                  <a:lnTo>
                    <a:pt x="575906" y="1335036"/>
                  </a:lnTo>
                  <a:close/>
                </a:path>
                <a:path w="575944" h="1885314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47"/>
                  </a:lnTo>
                  <a:lnTo>
                    <a:pt x="559917" y="1049147"/>
                  </a:lnTo>
                  <a:lnTo>
                    <a:pt x="549719" y="1047089"/>
                  </a:lnTo>
                  <a:lnTo>
                    <a:pt x="539534" y="1049147"/>
                  </a:lnTo>
                  <a:lnTo>
                    <a:pt x="531215" y="1054747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49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19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49"/>
                  </a:lnTo>
                  <a:lnTo>
                    <a:pt x="575906" y="1073264"/>
                  </a:lnTo>
                  <a:close/>
                </a:path>
                <a:path w="575944" h="1885314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75"/>
                  </a:lnTo>
                  <a:lnTo>
                    <a:pt x="559917" y="787374"/>
                  </a:lnTo>
                  <a:lnTo>
                    <a:pt x="549719" y="785317"/>
                  </a:lnTo>
                  <a:lnTo>
                    <a:pt x="539534" y="787374"/>
                  </a:lnTo>
                  <a:lnTo>
                    <a:pt x="531215" y="792975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77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19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77"/>
                  </a:lnTo>
                  <a:lnTo>
                    <a:pt x="575906" y="811491"/>
                  </a:lnTo>
                  <a:close/>
                </a:path>
                <a:path w="575944" h="1885314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02"/>
                  </a:lnTo>
                  <a:lnTo>
                    <a:pt x="559917" y="525602"/>
                  </a:lnTo>
                  <a:lnTo>
                    <a:pt x="549719" y="523544"/>
                  </a:lnTo>
                  <a:lnTo>
                    <a:pt x="539534" y="525602"/>
                  </a:lnTo>
                  <a:lnTo>
                    <a:pt x="531215" y="531202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04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19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04"/>
                  </a:lnTo>
                  <a:lnTo>
                    <a:pt x="575906" y="549719"/>
                  </a:lnTo>
                  <a:close/>
                </a:path>
                <a:path w="575944" h="1885314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19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64"/>
                  </a:lnTo>
                  <a:lnTo>
                    <a:pt x="549719" y="314121"/>
                  </a:lnTo>
                  <a:lnTo>
                    <a:pt x="559917" y="312064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575944" h="1885314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19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292"/>
                  </a:lnTo>
                  <a:lnTo>
                    <a:pt x="549719" y="52349"/>
                  </a:lnTo>
                  <a:lnTo>
                    <a:pt x="559917" y="50292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EE6A26CD-67EB-0725-48E3-5F5AFD37323F}"/>
                </a:ext>
              </a:extLst>
            </p:cNvPr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B11CA9AA-AB43-930A-DDE5-8D496EBFC1F0}"/>
                </a:ext>
              </a:extLst>
            </p:cNvPr>
            <p:cNvSpPr/>
            <p:nvPr/>
          </p:nvSpPr>
          <p:spPr>
            <a:xfrm>
              <a:off x="10774745" y="5654278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820CED8A-AB3C-B51E-3142-8EA343810F85}"/>
              </a:ext>
            </a:extLst>
          </p:cNvPr>
          <p:cNvSpPr txBox="1"/>
          <p:nvPr/>
        </p:nvSpPr>
        <p:spPr>
          <a:xfrm>
            <a:off x="12332678" y="5822120"/>
            <a:ext cx="6158865" cy="2979021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spcBef>
                <a:spcPts val="190"/>
              </a:spcBef>
            </a:pP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No diagrama, os elementos costumam ser </a:t>
            </a: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desenhados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 com </a:t>
            </a: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formas geométricas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 para </a:t>
            </a: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representar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 as </a:t>
            </a: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entidades, relacionamentos, atributos e suas conexões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.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B1403F40-0115-DA24-D413-3EB61C24B568}"/>
              </a:ext>
            </a:extLst>
          </p:cNvPr>
          <p:cNvSpPr txBox="1"/>
          <p:nvPr/>
        </p:nvSpPr>
        <p:spPr>
          <a:xfrm>
            <a:off x="12332678" y="4098774"/>
            <a:ext cx="6158864" cy="11176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0" spc="15" dirty="0">
                <a:solidFill>
                  <a:srgbClr val="333333"/>
                </a:solidFill>
                <a:latin typeface="Montserrat Light"/>
                <a:cs typeface="Montserrat Light"/>
              </a:rPr>
              <a:t>QUAL SUA</a:t>
            </a:r>
            <a:endParaRPr lang="pt-BR" sz="3600" b="0" spc="95" dirty="0">
              <a:solidFill>
                <a:srgbClr val="333333"/>
              </a:solidFill>
              <a:latin typeface="Montserrat Light"/>
              <a:cs typeface="Montserrat Light"/>
            </a:endParaRP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APLICAÇÃO?</a:t>
            </a:r>
            <a:endParaRPr sz="3600" dirty="0">
              <a:latin typeface="Montserrat ExtraBold"/>
              <a:cs typeface="Montserrat ExtraBold"/>
            </a:endParaRPr>
          </a:p>
        </p:txBody>
      </p:sp>
      <p:sp>
        <p:nvSpPr>
          <p:cNvPr id="18" name="object 15">
            <a:extLst>
              <a:ext uri="{FF2B5EF4-FFF2-40B4-BE49-F238E27FC236}">
                <a16:creationId xmlns:a16="http://schemas.microsoft.com/office/drawing/2014/main" id="{9FD1FD3A-AB29-FB28-9B54-F3C60E6C43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4" y="984549"/>
            <a:ext cx="14105583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MODELO RELACIONAL</a:t>
            </a:r>
            <a:br>
              <a:rPr lang="pt-BR" sz="4950" b="1" spc="-15" dirty="0">
                <a:latin typeface="Montserrat ExtraBold"/>
                <a:cs typeface="Montserrat ExtraBold"/>
              </a:rPr>
            </a:br>
            <a:r>
              <a:rPr lang="pt-BR" sz="4400" spc="-25" dirty="0">
                <a:latin typeface="Montserrat"/>
                <a:cs typeface="Montserrat ExtraBold"/>
              </a:rPr>
              <a:t>DIAGRAMA ENTIDADE RELACIONAMENTO - DER</a:t>
            </a:r>
            <a:endParaRPr sz="4950" dirty="0">
              <a:latin typeface="Montserrat"/>
              <a:cs typeface="Montserrat"/>
            </a:endParaRPr>
          </a:p>
        </p:txBody>
      </p:sp>
      <p:pic>
        <p:nvPicPr>
          <p:cNvPr id="19" name="Imagem 18" descr="DML em SQL: o que é, comandos, boas práticas e cuidados">
            <a:extLst>
              <a:ext uri="{FF2B5EF4-FFF2-40B4-BE49-F238E27FC236}">
                <a16:creationId xmlns:a16="http://schemas.microsoft.com/office/drawing/2014/main" id="{75B975CE-632C-F21E-2A0C-B000D46488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99" r="10361"/>
          <a:stretch>
            <a:fillRect/>
          </a:stretch>
        </p:blipFill>
        <p:spPr>
          <a:xfrm>
            <a:off x="0" y="3557055"/>
            <a:ext cx="11821800" cy="7596308"/>
          </a:xfrm>
          <a:prstGeom prst="rect">
            <a:avLst/>
          </a:prstGeom>
        </p:spPr>
      </p:pic>
      <p:pic>
        <p:nvPicPr>
          <p:cNvPr id="12" name="Imagem 11" descr="Criador e Editor Visual de MER (Modelo Entidade‑Relacionamento)">
            <a:extLst>
              <a:ext uri="{FF2B5EF4-FFF2-40B4-BE49-F238E27FC236}">
                <a16:creationId xmlns:a16="http://schemas.microsoft.com/office/drawing/2014/main" id="{B273ABC6-A46D-C326-A801-66559516D7C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577" t="42847" r="7380" b="7682"/>
          <a:stretch>
            <a:fillRect/>
          </a:stretch>
        </p:blipFill>
        <p:spPr>
          <a:xfrm>
            <a:off x="0" y="3560101"/>
            <a:ext cx="11821800" cy="75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905006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E6B65DF-96CE-DAA4-7885-66DEC5911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99F9BF3-F49D-78CD-5F47-A5302E8B10F4}"/>
              </a:ext>
            </a:extLst>
          </p:cNvPr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BCCFD27-A309-4080-DFD5-B305370EC48A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06200AF-BDC7-79F9-1AE2-3627E3E764AD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A8C99BB-46CC-EDAD-66A9-4892C171D05D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B170762-D515-3A84-EA70-2A42ABDF6941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4E75DA0E-2B51-BC43-F458-E020ABE2F1FA}"/>
              </a:ext>
            </a:extLst>
          </p:cNvPr>
          <p:cNvGrpSpPr/>
          <p:nvPr/>
        </p:nvGrpSpPr>
        <p:grpSpPr>
          <a:xfrm>
            <a:off x="0" y="2774784"/>
            <a:ext cx="20104100" cy="8534188"/>
            <a:chOff x="0" y="2774784"/>
            <a:chExt cx="20104100" cy="8534188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C277B72F-CDE9-8283-BDE7-F3AC22B77550}"/>
                </a:ext>
              </a:extLst>
            </p:cNvPr>
            <p:cNvSpPr/>
            <p:nvPr/>
          </p:nvSpPr>
          <p:spPr>
            <a:xfrm>
              <a:off x="0" y="8167290"/>
              <a:ext cx="20104100" cy="2984500"/>
            </a:xfrm>
            <a:custGeom>
              <a:avLst/>
              <a:gdLst/>
              <a:ahLst/>
              <a:cxnLst/>
              <a:rect l="l" t="t" r="r" b="b"/>
              <a:pathLst>
                <a:path w="20104100" h="2984500">
                  <a:moveTo>
                    <a:pt x="0" y="2984202"/>
                  </a:moveTo>
                  <a:lnTo>
                    <a:pt x="20104099" y="298420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984202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6CC8F033-9195-E611-35CF-0C84E0BF18E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36313" y="2774784"/>
              <a:ext cx="8806014" cy="8533771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B64A0DD8-50DD-FCFA-BEFD-1105A887E7BA}"/>
                </a:ext>
              </a:extLst>
            </p:cNvPr>
            <p:cNvSpPr/>
            <p:nvPr/>
          </p:nvSpPr>
          <p:spPr>
            <a:xfrm>
              <a:off x="11821838" y="3560101"/>
              <a:ext cx="7235190" cy="7591425"/>
            </a:xfrm>
            <a:custGeom>
              <a:avLst/>
              <a:gdLst/>
              <a:ahLst/>
              <a:cxnLst/>
              <a:rect l="l" t="t" r="r" b="b"/>
              <a:pathLst>
                <a:path w="7235190" h="7591425">
                  <a:moveTo>
                    <a:pt x="0" y="7591391"/>
                  </a:moveTo>
                  <a:lnTo>
                    <a:pt x="7235172" y="7591391"/>
                  </a:lnTo>
                  <a:lnTo>
                    <a:pt x="7235172" y="0"/>
                  </a:lnTo>
                  <a:lnTo>
                    <a:pt x="0" y="0"/>
                  </a:lnTo>
                  <a:lnTo>
                    <a:pt x="0" y="759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C632D376-922C-A8C5-1063-6EED01EC817C}"/>
                </a:ext>
              </a:extLst>
            </p:cNvPr>
            <p:cNvSpPr/>
            <p:nvPr/>
          </p:nvSpPr>
          <p:spPr>
            <a:xfrm>
              <a:off x="19266420" y="3560108"/>
              <a:ext cx="575945" cy="1885314"/>
            </a:xfrm>
            <a:custGeom>
              <a:avLst/>
              <a:gdLst/>
              <a:ahLst/>
              <a:cxnLst/>
              <a:rect l="l" t="t" r="r" b="b"/>
              <a:pathLst>
                <a:path w="575944" h="1885314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64"/>
                  </a:lnTo>
                  <a:lnTo>
                    <a:pt x="36372" y="1834464"/>
                  </a:lnTo>
                  <a:lnTo>
                    <a:pt x="26174" y="1832406"/>
                  </a:lnTo>
                  <a:lnTo>
                    <a:pt x="15989" y="1834464"/>
                  </a:lnTo>
                  <a:lnTo>
                    <a:pt x="7670" y="1840064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66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74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66"/>
                  </a:lnTo>
                  <a:lnTo>
                    <a:pt x="52362" y="1858581"/>
                  </a:lnTo>
                  <a:close/>
                </a:path>
                <a:path w="575944" h="1885314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292"/>
                  </a:lnTo>
                  <a:lnTo>
                    <a:pt x="36372" y="1572691"/>
                  </a:lnTo>
                  <a:lnTo>
                    <a:pt x="26174" y="1570634"/>
                  </a:lnTo>
                  <a:lnTo>
                    <a:pt x="15989" y="1572691"/>
                  </a:lnTo>
                  <a:lnTo>
                    <a:pt x="7670" y="1578292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6994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74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6994"/>
                  </a:lnTo>
                  <a:lnTo>
                    <a:pt x="52362" y="1596809"/>
                  </a:lnTo>
                  <a:close/>
                </a:path>
                <a:path w="575944" h="1885314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20"/>
                  </a:lnTo>
                  <a:lnTo>
                    <a:pt x="36372" y="1310919"/>
                  </a:lnTo>
                  <a:lnTo>
                    <a:pt x="26174" y="1308862"/>
                  </a:lnTo>
                  <a:lnTo>
                    <a:pt x="15989" y="1310919"/>
                  </a:lnTo>
                  <a:lnTo>
                    <a:pt x="7670" y="1316520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22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74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22"/>
                  </a:lnTo>
                  <a:lnTo>
                    <a:pt x="52362" y="1335036"/>
                  </a:lnTo>
                  <a:close/>
                </a:path>
                <a:path w="575944" h="1885314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47"/>
                  </a:lnTo>
                  <a:lnTo>
                    <a:pt x="36372" y="1049147"/>
                  </a:lnTo>
                  <a:lnTo>
                    <a:pt x="26174" y="1047089"/>
                  </a:lnTo>
                  <a:lnTo>
                    <a:pt x="15989" y="1049147"/>
                  </a:lnTo>
                  <a:lnTo>
                    <a:pt x="7670" y="1054747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49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74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49"/>
                  </a:lnTo>
                  <a:lnTo>
                    <a:pt x="52362" y="1073264"/>
                  </a:lnTo>
                  <a:close/>
                </a:path>
                <a:path w="575944" h="1885314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75"/>
                  </a:lnTo>
                  <a:lnTo>
                    <a:pt x="36372" y="787374"/>
                  </a:lnTo>
                  <a:lnTo>
                    <a:pt x="26174" y="785317"/>
                  </a:lnTo>
                  <a:lnTo>
                    <a:pt x="15989" y="787374"/>
                  </a:lnTo>
                  <a:lnTo>
                    <a:pt x="7670" y="792975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77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74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77"/>
                  </a:lnTo>
                  <a:lnTo>
                    <a:pt x="52362" y="811491"/>
                  </a:lnTo>
                  <a:close/>
                </a:path>
                <a:path w="575944" h="1885314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02"/>
                  </a:lnTo>
                  <a:lnTo>
                    <a:pt x="36372" y="525602"/>
                  </a:lnTo>
                  <a:lnTo>
                    <a:pt x="26174" y="523544"/>
                  </a:lnTo>
                  <a:lnTo>
                    <a:pt x="15989" y="525602"/>
                  </a:lnTo>
                  <a:lnTo>
                    <a:pt x="7670" y="531202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04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74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04"/>
                  </a:lnTo>
                  <a:lnTo>
                    <a:pt x="52362" y="549719"/>
                  </a:lnTo>
                  <a:close/>
                </a:path>
                <a:path w="575944" h="1885314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74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64"/>
                  </a:lnTo>
                  <a:lnTo>
                    <a:pt x="26174" y="314121"/>
                  </a:lnTo>
                  <a:lnTo>
                    <a:pt x="36372" y="312064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575944" h="1885314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74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74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575944" h="1885314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64"/>
                  </a:lnTo>
                  <a:lnTo>
                    <a:pt x="298145" y="1834464"/>
                  </a:lnTo>
                  <a:lnTo>
                    <a:pt x="287947" y="1832406"/>
                  </a:lnTo>
                  <a:lnTo>
                    <a:pt x="277761" y="1834464"/>
                  </a:lnTo>
                  <a:lnTo>
                    <a:pt x="269443" y="1840064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66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47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66"/>
                  </a:lnTo>
                  <a:lnTo>
                    <a:pt x="314134" y="1858581"/>
                  </a:lnTo>
                  <a:close/>
                </a:path>
                <a:path w="575944" h="1885314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292"/>
                  </a:lnTo>
                  <a:lnTo>
                    <a:pt x="298145" y="1572691"/>
                  </a:lnTo>
                  <a:lnTo>
                    <a:pt x="287947" y="1570634"/>
                  </a:lnTo>
                  <a:lnTo>
                    <a:pt x="277761" y="1572691"/>
                  </a:lnTo>
                  <a:lnTo>
                    <a:pt x="269443" y="1578292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6994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47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6994"/>
                  </a:lnTo>
                  <a:lnTo>
                    <a:pt x="314134" y="1596809"/>
                  </a:lnTo>
                  <a:close/>
                </a:path>
                <a:path w="575944" h="1885314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20"/>
                  </a:lnTo>
                  <a:lnTo>
                    <a:pt x="298145" y="1310919"/>
                  </a:lnTo>
                  <a:lnTo>
                    <a:pt x="287947" y="1308862"/>
                  </a:lnTo>
                  <a:lnTo>
                    <a:pt x="277761" y="1310919"/>
                  </a:lnTo>
                  <a:lnTo>
                    <a:pt x="269443" y="1316520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22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47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22"/>
                  </a:lnTo>
                  <a:lnTo>
                    <a:pt x="314134" y="1335036"/>
                  </a:lnTo>
                  <a:close/>
                </a:path>
                <a:path w="575944" h="1885314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47"/>
                  </a:lnTo>
                  <a:lnTo>
                    <a:pt x="298145" y="1049147"/>
                  </a:lnTo>
                  <a:lnTo>
                    <a:pt x="287947" y="1047089"/>
                  </a:lnTo>
                  <a:lnTo>
                    <a:pt x="277761" y="1049147"/>
                  </a:lnTo>
                  <a:lnTo>
                    <a:pt x="269443" y="1054747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49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47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49"/>
                  </a:lnTo>
                  <a:lnTo>
                    <a:pt x="314134" y="1073264"/>
                  </a:lnTo>
                  <a:close/>
                </a:path>
                <a:path w="575944" h="1885314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75"/>
                  </a:lnTo>
                  <a:lnTo>
                    <a:pt x="298145" y="787374"/>
                  </a:lnTo>
                  <a:lnTo>
                    <a:pt x="287947" y="785317"/>
                  </a:lnTo>
                  <a:lnTo>
                    <a:pt x="277761" y="787374"/>
                  </a:lnTo>
                  <a:lnTo>
                    <a:pt x="269443" y="792975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77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47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77"/>
                  </a:lnTo>
                  <a:lnTo>
                    <a:pt x="314134" y="811491"/>
                  </a:lnTo>
                  <a:close/>
                </a:path>
                <a:path w="575944" h="1885314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02"/>
                  </a:lnTo>
                  <a:lnTo>
                    <a:pt x="298145" y="525602"/>
                  </a:lnTo>
                  <a:lnTo>
                    <a:pt x="287947" y="523544"/>
                  </a:lnTo>
                  <a:lnTo>
                    <a:pt x="277761" y="525602"/>
                  </a:lnTo>
                  <a:lnTo>
                    <a:pt x="269443" y="531202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04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47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04"/>
                  </a:lnTo>
                  <a:lnTo>
                    <a:pt x="314134" y="549719"/>
                  </a:lnTo>
                  <a:close/>
                </a:path>
                <a:path w="575944" h="1885314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47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64"/>
                  </a:lnTo>
                  <a:lnTo>
                    <a:pt x="287947" y="314121"/>
                  </a:lnTo>
                  <a:lnTo>
                    <a:pt x="298145" y="312064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575944" h="1885314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47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292"/>
                  </a:lnTo>
                  <a:lnTo>
                    <a:pt x="287947" y="52349"/>
                  </a:lnTo>
                  <a:lnTo>
                    <a:pt x="298145" y="50292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575944" h="1885314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64"/>
                  </a:lnTo>
                  <a:lnTo>
                    <a:pt x="559917" y="1834464"/>
                  </a:lnTo>
                  <a:lnTo>
                    <a:pt x="549719" y="1832406"/>
                  </a:lnTo>
                  <a:lnTo>
                    <a:pt x="539534" y="1834464"/>
                  </a:lnTo>
                  <a:lnTo>
                    <a:pt x="531215" y="1840064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66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19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66"/>
                  </a:lnTo>
                  <a:lnTo>
                    <a:pt x="575906" y="1858581"/>
                  </a:lnTo>
                  <a:close/>
                </a:path>
                <a:path w="575944" h="1885314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292"/>
                  </a:lnTo>
                  <a:lnTo>
                    <a:pt x="559917" y="1572691"/>
                  </a:lnTo>
                  <a:lnTo>
                    <a:pt x="549719" y="1570634"/>
                  </a:lnTo>
                  <a:lnTo>
                    <a:pt x="539534" y="1572691"/>
                  </a:lnTo>
                  <a:lnTo>
                    <a:pt x="531215" y="1578292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6994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19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6994"/>
                  </a:lnTo>
                  <a:lnTo>
                    <a:pt x="575906" y="1596809"/>
                  </a:lnTo>
                  <a:close/>
                </a:path>
                <a:path w="575944" h="1885314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20"/>
                  </a:lnTo>
                  <a:lnTo>
                    <a:pt x="559917" y="1310919"/>
                  </a:lnTo>
                  <a:lnTo>
                    <a:pt x="549719" y="1308862"/>
                  </a:lnTo>
                  <a:lnTo>
                    <a:pt x="539534" y="1310919"/>
                  </a:lnTo>
                  <a:lnTo>
                    <a:pt x="531215" y="1316520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22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19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22"/>
                  </a:lnTo>
                  <a:lnTo>
                    <a:pt x="575906" y="1335036"/>
                  </a:lnTo>
                  <a:close/>
                </a:path>
                <a:path w="575944" h="1885314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47"/>
                  </a:lnTo>
                  <a:lnTo>
                    <a:pt x="559917" y="1049147"/>
                  </a:lnTo>
                  <a:lnTo>
                    <a:pt x="549719" y="1047089"/>
                  </a:lnTo>
                  <a:lnTo>
                    <a:pt x="539534" y="1049147"/>
                  </a:lnTo>
                  <a:lnTo>
                    <a:pt x="531215" y="1054747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49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19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49"/>
                  </a:lnTo>
                  <a:lnTo>
                    <a:pt x="575906" y="1073264"/>
                  </a:lnTo>
                  <a:close/>
                </a:path>
                <a:path w="575944" h="1885314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75"/>
                  </a:lnTo>
                  <a:lnTo>
                    <a:pt x="559917" y="787374"/>
                  </a:lnTo>
                  <a:lnTo>
                    <a:pt x="549719" y="785317"/>
                  </a:lnTo>
                  <a:lnTo>
                    <a:pt x="539534" y="787374"/>
                  </a:lnTo>
                  <a:lnTo>
                    <a:pt x="531215" y="792975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77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19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77"/>
                  </a:lnTo>
                  <a:lnTo>
                    <a:pt x="575906" y="811491"/>
                  </a:lnTo>
                  <a:close/>
                </a:path>
                <a:path w="575944" h="1885314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02"/>
                  </a:lnTo>
                  <a:lnTo>
                    <a:pt x="559917" y="525602"/>
                  </a:lnTo>
                  <a:lnTo>
                    <a:pt x="549719" y="523544"/>
                  </a:lnTo>
                  <a:lnTo>
                    <a:pt x="539534" y="525602"/>
                  </a:lnTo>
                  <a:lnTo>
                    <a:pt x="531215" y="531202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04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19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04"/>
                  </a:lnTo>
                  <a:lnTo>
                    <a:pt x="575906" y="549719"/>
                  </a:lnTo>
                  <a:close/>
                </a:path>
                <a:path w="575944" h="1885314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19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64"/>
                  </a:lnTo>
                  <a:lnTo>
                    <a:pt x="549719" y="314121"/>
                  </a:lnTo>
                  <a:lnTo>
                    <a:pt x="559917" y="312064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575944" h="1885314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19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292"/>
                  </a:lnTo>
                  <a:lnTo>
                    <a:pt x="549719" y="52349"/>
                  </a:lnTo>
                  <a:lnTo>
                    <a:pt x="559917" y="50292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1F8D2749-B844-54EF-1BDD-3A03987DCA8D}"/>
                </a:ext>
              </a:extLst>
            </p:cNvPr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92DC3B08-8373-84EE-C1F9-B5002AFE8F49}"/>
                </a:ext>
              </a:extLst>
            </p:cNvPr>
            <p:cNvSpPr/>
            <p:nvPr/>
          </p:nvSpPr>
          <p:spPr>
            <a:xfrm>
              <a:off x="10774745" y="5654278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B000D0E7-260C-20A6-AB87-855CC16D0B6C}"/>
              </a:ext>
            </a:extLst>
          </p:cNvPr>
          <p:cNvSpPr txBox="1"/>
          <p:nvPr/>
        </p:nvSpPr>
        <p:spPr>
          <a:xfrm>
            <a:off x="12332678" y="5822120"/>
            <a:ext cx="6158865" cy="1009251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spcBef>
                <a:spcPts val="190"/>
              </a:spcBef>
            </a:pP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Retângulos: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 Representam as entidades.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FE2602D2-2A5A-D92D-3091-53D8D1379CF3}"/>
              </a:ext>
            </a:extLst>
          </p:cNvPr>
          <p:cNvSpPr txBox="1"/>
          <p:nvPr/>
        </p:nvSpPr>
        <p:spPr>
          <a:xfrm>
            <a:off x="12332678" y="4098774"/>
            <a:ext cx="6158864" cy="11176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spc="15" dirty="0">
                <a:solidFill>
                  <a:srgbClr val="333333"/>
                </a:solidFill>
                <a:latin typeface="Montserrat Light"/>
                <a:cs typeface="Montserrat Light"/>
              </a:rPr>
              <a:t>REPRESENTANDO A</a:t>
            </a:r>
            <a:endParaRPr lang="pt-BR" sz="3600" b="0" spc="95" dirty="0">
              <a:solidFill>
                <a:srgbClr val="333333"/>
              </a:solidFill>
              <a:latin typeface="Montserrat Light"/>
              <a:cs typeface="Montserrat Light"/>
            </a:endParaRP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ENTIDADE.</a:t>
            </a:r>
            <a:endParaRPr sz="3600" dirty="0">
              <a:latin typeface="Montserrat ExtraBold"/>
              <a:cs typeface="Montserrat ExtraBold"/>
            </a:endParaRPr>
          </a:p>
        </p:txBody>
      </p:sp>
      <p:sp>
        <p:nvSpPr>
          <p:cNvPr id="18" name="object 15">
            <a:extLst>
              <a:ext uri="{FF2B5EF4-FFF2-40B4-BE49-F238E27FC236}">
                <a16:creationId xmlns:a16="http://schemas.microsoft.com/office/drawing/2014/main" id="{58929E11-1947-B715-05B1-69E2188E87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4" y="984549"/>
            <a:ext cx="14105583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MODELO RELACIONAL</a:t>
            </a:r>
            <a:br>
              <a:rPr lang="pt-BR" sz="4950" b="1" spc="-15" dirty="0">
                <a:latin typeface="Montserrat ExtraBold"/>
                <a:cs typeface="Montserrat ExtraBold"/>
              </a:rPr>
            </a:br>
            <a:r>
              <a:rPr lang="pt-BR" sz="4400" spc="-25" dirty="0">
                <a:latin typeface="Montserrat"/>
                <a:cs typeface="Montserrat ExtraBold"/>
              </a:rPr>
              <a:t>DIAGRAMA ENTIDADE RELACIONAMENTO - DER</a:t>
            </a:r>
            <a:endParaRPr sz="4950" dirty="0">
              <a:latin typeface="Montserrat"/>
              <a:cs typeface="Montserrat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90A11E44-4705-3F27-C101-C2040D9920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15"/>
          <a:stretch>
            <a:fillRect/>
          </a:stretch>
        </p:blipFill>
        <p:spPr>
          <a:xfrm>
            <a:off x="0" y="3557054"/>
            <a:ext cx="11845930" cy="7591419"/>
          </a:xfrm>
          <a:prstGeom prst="rect">
            <a:avLst/>
          </a:prstGeom>
        </p:spPr>
      </p:pic>
      <p:sp>
        <p:nvSpPr>
          <p:cNvPr id="20" name="Retângulo 19">
            <a:extLst>
              <a:ext uri="{FF2B5EF4-FFF2-40B4-BE49-F238E27FC236}">
                <a16:creationId xmlns:a16="http://schemas.microsoft.com/office/drawing/2014/main" id="{A1082692-5214-C6AE-C94B-8989FEFB361F}"/>
              </a:ext>
            </a:extLst>
          </p:cNvPr>
          <p:cNvSpPr/>
          <p:nvPr/>
        </p:nvSpPr>
        <p:spPr>
          <a:xfrm>
            <a:off x="1720148" y="5621857"/>
            <a:ext cx="1634107" cy="12520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5DE0F1EC-D8B4-0158-37F3-BA16111204BA}"/>
              </a:ext>
            </a:extLst>
          </p:cNvPr>
          <p:cNvSpPr/>
          <p:nvPr/>
        </p:nvSpPr>
        <p:spPr>
          <a:xfrm>
            <a:off x="5430392" y="5554340"/>
            <a:ext cx="1802258" cy="12520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2E52FB7-E161-0668-FAA8-B53D78B16A5E}"/>
              </a:ext>
            </a:extLst>
          </p:cNvPr>
          <p:cNvSpPr/>
          <p:nvPr/>
        </p:nvSpPr>
        <p:spPr>
          <a:xfrm>
            <a:off x="5454522" y="9271959"/>
            <a:ext cx="1802258" cy="12520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36A9DBF1-E781-ADB8-9ABF-E2B5A14BA2AB}"/>
              </a:ext>
            </a:extLst>
          </p:cNvPr>
          <p:cNvSpPr/>
          <p:nvPr/>
        </p:nvSpPr>
        <p:spPr>
          <a:xfrm>
            <a:off x="8540265" y="7352763"/>
            <a:ext cx="1802258" cy="12520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8537100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7A68D53-E431-B40D-ECE1-7A1256ED9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49FD552-CDF9-7E8A-E45A-8FB70CB5A8BC}"/>
              </a:ext>
            </a:extLst>
          </p:cNvPr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3808DB5F-0A79-EAD3-97E7-862DE79F3EFD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E027391-62E7-4534-F3BE-368F469FB1CB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54DD95D-0B1A-52CC-B15F-CB6E8A754D6B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0BDE0F1-176B-6CA9-745E-C89BF0469E40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89D4088F-61A6-EF14-3F88-C758AECEA9F2}"/>
              </a:ext>
            </a:extLst>
          </p:cNvPr>
          <p:cNvGrpSpPr/>
          <p:nvPr/>
        </p:nvGrpSpPr>
        <p:grpSpPr>
          <a:xfrm>
            <a:off x="0" y="2774784"/>
            <a:ext cx="20104100" cy="8534188"/>
            <a:chOff x="0" y="2774784"/>
            <a:chExt cx="20104100" cy="8534188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921FC293-7997-BD3B-DA26-397CD2FCB143}"/>
                </a:ext>
              </a:extLst>
            </p:cNvPr>
            <p:cNvSpPr/>
            <p:nvPr/>
          </p:nvSpPr>
          <p:spPr>
            <a:xfrm>
              <a:off x="0" y="8167290"/>
              <a:ext cx="20104100" cy="2984500"/>
            </a:xfrm>
            <a:custGeom>
              <a:avLst/>
              <a:gdLst/>
              <a:ahLst/>
              <a:cxnLst/>
              <a:rect l="l" t="t" r="r" b="b"/>
              <a:pathLst>
                <a:path w="20104100" h="2984500">
                  <a:moveTo>
                    <a:pt x="0" y="2984202"/>
                  </a:moveTo>
                  <a:lnTo>
                    <a:pt x="20104099" y="298420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984202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CC1D7F87-09D1-EFF9-0499-AC7493A1BF3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36313" y="2774784"/>
              <a:ext cx="8806014" cy="8533771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3803F983-5868-2CB1-9F50-D832604DD6E3}"/>
                </a:ext>
              </a:extLst>
            </p:cNvPr>
            <p:cNvSpPr/>
            <p:nvPr/>
          </p:nvSpPr>
          <p:spPr>
            <a:xfrm>
              <a:off x="11821838" y="3560101"/>
              <a:ext cx="7235190" cy="7591425"/>
            </a:xfrm>
            <a:custGeom>
              <a:avLst/>
              <a:gdLst/>
              <a:ahLst/>
              <a:cxnLst/>
              <a:rect l="l" t="t" r="r" b="b"/>
              <a:pathLst>
                <a:path w="7235190" h="7591425">
                  <a:moveTo>
                    <a:pt x="0" y="7591391"/>
                  </a:moveTo>
                  <a:lnTo>
                    <a:pt x="7235172" y="7591391"/>
                  </a:lnTo>
                  <a:lnTo>
                    <a:pt x="7235172" y="0"/>
                  </a:lnTo>
                  <a:lnTo>
                    <a:pt x="0" y="0"/>
                  </a:lnTo>
                  <a:lnTo>
                    <a:pt x="0" y="759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5F14D71A-3459-DCEB-409C-12197B0E6EC9}"/>
                </a:ext>
              </a:extLst>
            </p:cNvPr>
            <p:cNvSpPr/>
            <p:nvPr/>
          </p:nvSpPr>
          <p:spPr>
            <a:xfrm>
              <a:off x="19266420" y="3560108"/>
              <a:ext cx="575945" cy="1885314"/>
            </a:xfrm>
            <a:custGeom>
              <a:avLst/>
              <a:gdLst/>
              <a:ahLst/>
              <a:cxnLst/>
              <a:rect l="l" t="t" r="r" b="b"/>
              <a:pathLst>
                <a:path w="575944" h="1885314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64"/>
                  </a:lnTo>
                  <a:lnTo>
                    <a:pt x="36372" y="1834464"/>
                  </a:lnTo>
                  <a:lnTo>
                    <a:pt x="26174" y="1832406"/>
                  </a:lnTo>
                  <a:lnTo>
                    <a:pt x="15989" y="1834464"/>
                  </a:lnTo>
                  <a:lnTo>
                    <a:pt x="7670" y="1840064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66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74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66"/>
                  </a:lnTo>
                  <a:lnTo>
                    <a:pt x="52362" y="1858581"/>
                  </a:lnTo>
                  <a:close/>
                </a:path>
                <a:path w="575944" h="1885314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292"/>
                  </a:lnTo>
                  <a:lnTo>
                    <a:pt x="36372" y="1572691"/>
                  </a:lnTo>
                  <a:lnTo>
                    <a:pt x="26174" y="1570634"/>
                  </a:lnTo>
                  <a:lnTo>
                    <a:pt x="15989" y="1572691"/>
                  </a:lnTo>
                  <a:lnTo>
                    <a:pt x="7670" y="1578292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6994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74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6994"/>
                  </a:lnTo>
                  <a:lnTo>
                    <a:pt x="52362" y="1596809"/>
                  </a:lnTo>
                  <a:close/>
                </a:path>
                <a:path w="575944" h="1885314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20"/>
                  </a:lnTo>
                  <a:lnTo>
                    <a:pt x="36372" y="1310919"/>
                  </a:lnTo>
                  <a:lnTo>
                    <a:pt x="26174" y="1308862"/>
                  </a:lnTo>
                  <a:lnTo>
                    <a:pt x="15989" y="1310919"/>
                  </a:lnTo>
                  <a:lnTo>
                    <a:pt x="7670" y="1316520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22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74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22"/>
                  </a:lnTo>
                  <a:lnTo>
                    <a:pt x="52362" y="1335036"/>
                  </a:lnTo>
                  <a:close/>
                </a:path>
                <a:path w="575944" h="1885314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47"/>
                  </a:lnTo>
                  <a:lnTo>
                    <a:pt x="36372" y="1049147"/>
                  </a:lnTo>
                  <a:lnTo>
                    <a:pt x="26174" y="1047089"/>
                  </a:lnTo>
                  <a:lnTo>
                    <a:pt x="15989" y="1049147"/>
                  </a:lnTo>
                  <a:lnTo>
                    <a:pt x="7670" y="1054747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49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74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49"/>
                  </a:lnTo>
                  <a:lnTo>
                    <a:pt x="52362" y="1073264"/>
                  </a:lnTo>
                  <a:close/>
                </a:path>
                <a:path w="575944" h="1885314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75"/>
                  </a:lnTo>
                  <a:lnTo>
                    <a:pt x="36372" y="787374"/>
                  </a:lnTo>
                  <a:lnTo>
                    <a:pt x="26174" y="785317"/>
                  </a:lnTo>
                  <a:lnTo>
                    <a:pt x="15989" y="787374"/>
                  </a:lnTo>
                  <a:lnTo>
                    <a:pt x="7670" y="792975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77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74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77"/>
                  </a:lnTo>
                  <a:lnTo>
                    <a:pt x="52362" y="811491"/>
                  </a:lnTo>
                  <a:close/>
                </a:path>
                <a:path w="575944" h="1885314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02"/>
                  </a:lnTo>
                  <a:lnTo>
                    <a:pt x="36372" y="525602"/>
                  </a:lnTo>
                  <a:lnTo>
                    <a:pt x="26174" y="523544"/>
                  </a:lnTo>
                  <a:lnTo>
                    <a:pt x="15989" y="525602"/>
                  </a:lnTo>
                  <a:lnTo>
                    <a:pt x="7670" y="531202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04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74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04"/>
                  </a:lnTo>
                  <a:lnTo>
                    <a:pt x="52362" y="549719"/>
                  </a:lnTo>
                  <a:close/>
                </a:path>
                <a:path w="575944" h="1885314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74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64"/>
                  </a:lnTo>
                  <a:lnTo>
                    <a:pt x="26174" y="314121"/>
                  </a:lnTo>
                  <a:lnTo>
                    <a:pt x="36372" y="312064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575944" h="1885314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74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74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575944" h="1885314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64"/>
                  </a:lnTo>
                  <a:lnTo>
                    <a:pt x="298145" y="1834464"/>
                  </a:lnTo>
                  <a:lnTo>
                    <a:pt x="287947" y="1832406"/>
                  </a:lnTo>
                  <a:lnTo>
                    <a:pt x="277761" y="1834464"/>
                  </a:lnTo>
                  <a:lnTo>
                    <a:pt x="269443" y="1840064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66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47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66"/>
                  </a:lnTo>
                  <a:lnTo>
                    <a:pt x="314134" y="1858581"/>
                  </a:lnTo>
                  <a:close/>
                </a:path>
                <a:path w="575944" h="1885314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292"/>
                  </a:lnTo>
                  <a:lnTo>
                    <a:pt x="298145" y="1572691"/>
                  </a:lnTo>
                  <a:lnTo>
                    <a:pt x="287947" y="1570634"/>
                  </a:lnTo>
                  <a:lnTo>
                    <a:pt x="277761" y="1572691"/>
                  </a:lnTo>
                  <a:lnTo>
                    <a:pt x="269443" y="1578292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6994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47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6994"/>
                  </a:lnTo>
                  <a:lnTo>
                    <a:pt x="314134" y="1596809"/>
                  </a:lnTo>
                  <a:close/>
                </a:path>
                <a:path w="575944" h="1885314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20"/>
                  </a:lnTo>
                  <a:lnTo>
                    <a:pt x="298145" y="1310919"/>
                  </a:lnTo>
                  <a:lnTo>
                    <a:pt x="287947" y="1308862"/>
                  </a:lnTo>
                  <a:lnTo>
                    <a:pt x="277761" y="1310919"/>
                  </a:lnTo>
                  <a:lnTo>
                    <a:pt x="269443" y="1316520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22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47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22"/>
                  </a:lnTo>
                  <a:lnTo>
                    <a:pt x="314134" y="1335036"/>
                  </a:lnTo>
                  <a:close/>
                </a:path>
                <a:path w="575944" h="1885314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47"/>
                  </a:lnTo>
                  <a:lnTo>
                    <a:pt x="298145" y="1049147"/>
                  </a:lnTo>
                  <a:lnTo>
                    <a:pt x="287947" y="1047089"/>
                  </a:lnTo>
                  <a:lnTo>
                    <a:pt x="277761" y="1049147"/>
                  </a:lnTo>
                  <a:lnTo>
                    <a:pt x="269443" y="1054747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49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47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49"/>
                  </a:lnTo>
                  <a:lnTo>
                    <a:pt x="314134" y="1073264"/>
                  </a:lnTo>
                  <a:close/>
                </a:path>
                <a:path w="575944" h="1885314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75"/>
                  </a:lnTo>
                  <a:lnTo>
                    <a:pt x="298145" y="787374"/>
                  </a:lnTo>
                  <a:lnTo>
                    <a:pt x="287947" y="785317"/>
                  </a:lnTo>
                  <a:lnTo>
                    <a:pt x="277761" y="787374"/>
                  </a:lnTo>
                  <a:lnTo>
                    <a:pt x="269443" y="792975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77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47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77"/>
                  </a:lnTo>
                  <a:lnTo>
                    <a:pt x="314134" y="811491"/>
                  </a:lnTo>
                  <a:close/>
                </a:path>
                <a:path w="575944" h="1885314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02"/>
                  </a:lnTo>
                  <a:lnTo>
                    <a:pt x="298145" y="525602"/>
                  </a:lnTo>
                  <a:lnTo>
                    <a:pt x="287947" y="523544"/>
                  </a:lnTo>
                  <a:lnTo>
                    <a:pt x="277761" y="525602"/>
                  </a:lnTo>
                  <a:lnTo>
                    <a:pt x="269443" y="531202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04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47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04"/>
                  </a:lnTo>
                  <a:lnTo>
                    <a:pt x="314134" y="549719"/>
                  </a:lnTo>
                  <a:close/>
                </a:path>
                <a:path w="575944" h="1885314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47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64"/>
                  </a:lnTo>
                  <a:lnTo>
                    <a:pt x="287947" y="314121"/>
                  </a:lnTo>
                  <a:lnTo>
                    <a:pt x="298145" y="312064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575944" h="1885314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47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292"/>
                  </a:lnTo>
                  <a:lnTo>
                    <a:pt x="287947" y="52349"/>
                  </a:lnTo>
                  <a:lnTo>
                    <a:pt x="298145" y="50292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575944" h="1885314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64"/>
                  </a:lnTo>
                  <a:lnTo>
                    <a:pt x="559917" y="1834464"/>
                  </a:lnTo>
                  <a:lnTo>
                    <a:pt x="549719" y="1832406"/>
                  </a:lnTo>
                  <a:lnTo>
                    <a:pt x="539534" y="1834464"/>
                  </a:lnTo>
                  <a:lnTo>
                    <a:pt x="531215" y="1840064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66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19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66"/>
                  </a:lnTo>
                  <a:lnTo>
                    <a:pt x="575906" y="1858581"/>
                  </a:lnTo>
                  <a:close/>
                </a:path>
                <a:path w="575944" h="1885314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292"/>
                  </a:lnTo>
                  <a:lnTo>
                    <a:pt x="559917" y="1572691"/>
                  </a:lnTo>
                  <a:lnTo>
                    <a:pt x="549719" y="1570634"/>
                  </a:lnTo>
                  <a:lnTo>
                    <a:pt x="539534" y="1572691"/>
                  </a:lnTo>
                  <a:lnTo>
                    <a:pt x="531215" y="1578292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6994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19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6994"/>
                  </a:lnTo>
                  <a:lnTo>
                    <a:pt x="575906" y="1596809"/>
                  </a:lnTo>
                  <a:close/>
                </a:path>
                <a:path w="575944" h="1885314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20"/>
                  </a:lnTo>
                  <a:lnTo>
                    <a:pt x="559917" y="1310919"/>
                  </a:lnTo>
                  <a:lnTo>
                    <a:pt x="549719" y="1308862"/>
                  </a:lnTo>
                  <a:lnTo>
                    <a:pt x="539534" y="1310919"/>
                  </a:lnTo>
                  <a:lnTo>
                    <a:pt x="531215" y="1316520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22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19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22"/>
                  </a:lnTo>
                  <a:lnTo>
                    <a:pt x="575906" y="1335036"/>
                  </a:lnTo>
                  <a:close/>
                </a:path>
                <a:path w="575944" h="1885314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47"/>
                  </a:lnTo>
                  <a:lnTo>
                    <a:pt x="559917" y="1049147"/>
                  </a:lnTo>
                  <a:lnTo>
                    <a:pt x="549719" y="1047089"/>
                  </a:lnTo>
                  <a:lnTo>
                    <a:pt x="539534" y="1049147"/>
                  </a:lnTo>
                  <a:lnTo>
                    <a:pt x="531215" y="1054747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49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19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49"/>
                  </a:lnTo>
                  <a:lnTo>
                    <a:pt x="575906" y="1073264"/>
                  </a:lnTo>
                  <a:close/>
                </a:path>
                <a:path w="575944" h="1885314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75"/>
                  </a:lnTo>
                  <a:lnTo>
                    <a:pt x="559917" y="787374"/>
                  </a:lnTo>
                  <a:lnTo>
                    <a:pt x="549719" y="785317"/>
                  </a:lnTo>
                  <a:lnTo>
                    <a:pt x="539534" y="787374"/>
                  </a:lnTo>
                  <a:lnTo>
                    <a:pt x="531215" y="792975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77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19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77"/>
                  </a:lnTo>
                  <a:lnTo>
                    <a:pt x="575906" y="811491"/>
                  </a:lnTo>
                  <a:close/>
                </a:path>
                <a:path w="575944" h="1885314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02"/>
                  </a:lnTo>
                  <a:lnTo>
                    <a:pt x="559917" y="525602"/>
                  </a:lnTo>
                  <a:lnTo>
                    <a:pt x="549719" y="523544"/>
                  </a:lnTo>
                  <a:lnTo>
                    <a:pt x="539534" y="525602"/>
                  </a:lnTo>
                  <a:lnTo>
                    <a:pt x="531215" y="531202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04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19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04"/>
                  </a:lnTo>
                  <a:lnTo>
                    <a:pt x="575906" y="549719"/>
                  </a:lnTo>
                  <a:close/>
                </a:path>
                <a:path w="575944" h="1885314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19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64"/>
                  </a:lnTo>
                  <a:lnTo>
                    <a:pt x="549719" y="314121"/>
                  </a:lnTo>
                  <a:lnTo>
                    <a:pt x="559917" y="312064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575944" h="1885314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19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292"/>
                  </a:lnTo>
                  <a:lnTo>
                    <a:pt x="549719" y="52349"/>
                  </a:lnTo>
                  <a:lnTo>
                    <a:pt x="559917" y="50292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74557E1A-6918-2DE2-0633-019E70699411}"/>
                </a:ext>
              </a:extLst>
            </p:cNvPr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30F8DF3B-5278-3C37-3B47-641B573F17B2}"/>
                </a:ext>
              </a:extLst>
            </p:cNvPr>
            <p:cNvSpPr/>
            <p:nvPr/>
          </p:nvSpPr>
          <p:spPr>
            <a:xfrm>
              <a:off x="10774745" y="5654278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64CA2785-AAE4-1505-EB8B-1E1973CAF781}"/>
              </a:ext>
            </a:extLst>
          </p:cNvPr>
          <p:cNvSpPr txBox="1"/>
          <p:nvPr/>
        </p:nvSpPr>
        <p:spPr>
          <a:xfrm>
            <a:off x="12332678" y="5822120"/>
            <a:ext cx="6158865" cy="1009251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spcBef>
                <a:spcPts val="190"/>
              </a:spcBef>
            </a:pP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Ovais/Círculos: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 Representam os atributos.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E57EB794-7B63-24BB-5D68-F60D9B6DADDD}"/>
              </a:ext>
            </a:extLst>
          </p:cNvPr>
          <p:cNvSpPr txBox="1"/>
          <p:nvPr/>
        </p:nvSpPr>
        <p:spPr>
          <a:xfrm>
            <a:off x="12332678" y="4098774"/>
            <a:ext cx="6158864" cy="11176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spc="15" dirty="0">
                <a:solidFill>
                  <a:srgbClr val="333333"/>
                </a:solidFill>
                <a:latin typeface="Montserrat Light"/>
                <a:cs typeface="Montserrat Light"/>
              </a:rPr>
              <a:t>REPRESENTANDO OS</a:t>
            </a:r>
            <a:endParaRPr lang="pt-BR" sz="3600" b="0" spc="95" dirty="0">
              <a:solidFill>
                <a:srgbClr val="333333"/>
              </a:solidFill>
              <a:latin typeface="Montserrat Light"/>
              <a:cs typeface="Montserrat Light"/>
            </a:endParaRP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ATRIBUTOS.</a:t>
            </a:r>
            <a:endParaRPr sz="3600" dirty="0">
              <a:latin typeface="Montserrat ExtraBold"/>
              <a:cs typeface="Montserrat ExtraBold"/>
            </a:endParaRPr>
          </a:p>
        </p:txBody>
      </p:sp>
      <p:sp>
        <p:nvSpPr>
          <p:cNvPr id="18" name="object 15">
            <a:extLst>
              <a:ext uri="{FF2B5EF4-FFF2-40B4-BE49-F238E27FC236}">
                <a16:creationId xmlns:a16="http://schemas.microsoft.com/office/drawing/2014/main" id="{C937DF37-063A-F319-6F5C-4E5EBE00EA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4" y="984549"/>
            <a:ext cx="14105583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MODELO RELACIONAL</a:t>
            </a:r>
            <a:br>
              <a:rPr lang="pt-BR" sz="4950" b="1" spc="-15" dirty="0">
                <a:latin typeface="Montserrat ExtraBold"/>
                <a:cs typeface="Montserrat ExtraBold"/>
              </a:rPr>
            </a:br>
            <a:r>
              <a:rPr lang="pt-BR" sz="4400" spc="-25" dirty="0">
                <a:latin typeface="Montserrat"/>
                <a:cs typeface="Montserrat ExtraBold"/>
              </a:rPr>
              <a:t>DIAGRAMA ENTIDADE RELACIONAMENTO - DER</a:t>
            </a:r>
            <a:endParaRPr sz="4950" dirty="0">
              <a:latin typeface="Montserrat"/>
              <a:cs typeface="Montserrat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D0E2DF9B-9AE3-C437-21C3-93C6A5E459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15"/>
          <a:stretch>
            <a:fillRect/>
          </a:stretch>
        </p:blipFill>
        <p:spPr>
          <a:xfrm>
            <a:off x="0" y="3557054"/>
            <a:ext cx="11845930" cy="7591419"/>
          </a:xfrm>
          <a:prstGeom prst="rect">
            <a:avLst/>
          </a:prstGeom>
        </p:spPr>
      </p:pic>
      <p:sp>
        <p:nvSpPr>
          <p:cNvPr id="20" name="Retângulo 19">
            <a:extLst>
              <a:ext uri="{FF2B5EF4-FFF2-40B4-BE49-F238E27FC236}">
                <a16:creationId xmlns:a16="http://schemas.microsoft.com/office/drawing/2014/main" id="{25CD20C4-FEA2-1B63-D7BC-9EC461E97CA5}"/>
              </a:ext>
            </a:extLst>
          </p:cNvPr>
          <p:cNvSpPr/>
          <p:nvPr/>
        </p:nvSpPr>
        <p:spPr>
          <a:xfrm>
            <a:off x="1746250" y="3845886"/>
            <a:ext cx="1634107" cy="12520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0BB8E85F-A8A4-BD59-673D-97EDE4F9EA42}"/>
              </a:ext>
            </a:extLst>
          </p:cNvPr>
          <p:cNvSpPr/>
          <p:nvPr/>
        </p:nvSpPr>
        <p:spPr>
          <a:xfrm>
            <a:off x="6511765" y="3786837"/>
            <a:ext cx="1802258" cy="12520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7577A549-E177-5FDE-02A7-FD00D3892E84}"/>
              </a:ext>
            </a:extLst>
          </p:cNvPr>
          <p:cNvSpPr/>
          <p:nvPr/>
        </p:nvSpPr>
        <p:spPr>
          <a:xfrm>
            <a:off x="10080786" y="9074131"/>
            <a:ext cx="1555790" cy="12520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6573062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6B6FBE6-A756-8841-F32D-FC67F3CFC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E024371-2989-10DE-CB7C-83CDC25CF2C3}"/>
              </a:ext>
            </a:extLst>
          </p:cNvPr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EF10847-59C4-16C8-C036-C4592D8BC9D8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5DEF0D6-1F70-3B35-F2C1-073DBDAE6A61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7232219-B675-50D1-457A-1646D43C2D2F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641C015C-46F9-6F61-BF4C-F1AA44669F07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BDA54D88-9D58-A142-0FD0-F23B17C76C2C}"/>
              </a:ext>
            </a:extLst>
          </p:cNvPr>
          <p:cNvGrpSpPr/>
          <p:nvPr/>
        </p:nvGrpSpPr>
        <p:grpSpPr>
          <a:xfrm>
            <a:off x="0" y="2774784"/>
            <a:ext cx="20104100" cy="8534188"/>
            <a:chOff x="0" y="2774784"/>
            <a:chExt cx="20104100" cy="8534188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17A91C7D-CB0E-BA66-409E-BBE2EA2A6F60}"/>
                </a:ext>
              </a:extLst>
            </p:cNvPr>
            <p:cNvSpPr/>
            <p:nvPr/>
          </p:nvSpPr>
          <p:spPr>
            <a:xfrm>
              <a:off x="0" y="8167290"/>
              <a:ext cx="20104100" cy="2984500"/>
            </a:xfrm>
            <a:custGeom>
              <a:avLst/>
              <a:gdLst/>
              <a:ahLst/>
              <a:cxnLst/>
              <a:rect l="l" t="t" r="r" b="b"/>
              <a:pathLst>
                <a:path w="20104100" h="2984500">
                  <a:moveTo>
                    <a:pt x="0" y="2984202"/>
                  </a:moveTo>
                  <a:lnTo>
                    <a:pt x="20104099" y="298420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984202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2968904A-F2EE-65D1-5B12-B3ED87AA6CA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36313" y="2774784"/>
              <a:ext cx="8806014" cy="8533771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DD2497FF-305D-02D5-96E8-9ED246B0ABA7}"/>
                </a:ext>
              </a:extLst>
            </p:cNvPr>
            <p:cNvSpPr/>
            <p:nvPr/>
          </p:nvSpPr>
          <p:spPr>
            <a:xfrm>
              <a:off x="11821838" y="3560101"/>
              <a:ext cx="7235190" cy="7591425"/>
            </a:xfrm>
            <a:custGeom>
              <a:avLst/>
              <a:gdLst/>
              <a:ahLst/>
              <a:cxnLst/>
              <a:rect l="l" t="t" r="r" b="b"/>
              <a:pathLst>
                <a:path w="7235190" h="7591425">
                  <a:moveTo>
                    <a:pt x="0" y="7591391"/>
                  </a:moveTo>
                  <a:lnTo>
                    <a:pt x="7235172" y="7591391"/>
                  </a:lnTo>
                  <a:lnTo>
                    <a:pt x="7235172" y="0"/>
                  </a:lnTo>
                  <a:lnTo>
                    <a:pt x="0" y="0"/>
                  </a:lnTo>
                  <a:lnTo>
                    <a:pt x="0" y="759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DA804F1F-4419-F340-D44A-01CD9EA27A51}"/>
                </a:ext>
              </a:extLst>
            </p:cNvPr>
            <p:cNvSpPr/>
            <p:nvPr/>
          </p:nvSpPr>
          <p:spPr>
            <a:xfrm>
              <a:off x="19266420" y="3560108"/>
              <a:ext cx="575945" cy="1885314"/>
            </a:xfrm>
            <a:custGeom>
              <a:avLst/>
              <a:gdLst/>
              <a:ahLst/>
              <a:cxnLst/>
              <a:rect l="l" t="t" r="r" b="b"/>
              <a:pathLst>
                <a:path w="575944" h="1885314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64"/>
                  </a:lnTo>
                  <a:lnTo>
                    <a:pt x="36372" y="1834464"/>
                  </a:lnTo>
                  <a:lnTo>
                    <a:pt x="26174" y="1832406"/>
                  </a:lnTo>
                  <a:lnTo>
                    <a:pt x="15989" y="1834464"/>
                  </a:lnTo>
                  <a:lnTo>
                    <a:pt x="7670" y="1840064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66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74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66"/>
                  </a:lnTo>
                  <a:lnTo>
                    <a:pt x="52362" y="1858581"/>
                  </a:lnTo>
                  <a:close/>
                </a:path>
                <a:path w="575944" h="1885314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292"/>
                  </a:lnTo>
                  <a:lnTo>
                    <a:pt x="36372" y="1572691"/>
                  </a:lnTo>
                  <a:lnTo>
                    <a:pt x="26174" y="1570634"/>
                  </a:lnTo>
                  <a:lnTo>
                    <a:pt x="15989" y="1572691"/>
                  </a:lnTo>
                  <a:lnTo>
                    <a:pt x="7670" y="1578292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6994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74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6994"/>
                  </a:lnTo>
                  <a:lnTo>
                    <a:pt x="52362" y="1596809"/>
                  </a:lnTo>
                  <a:close/>
                </a:path>
                <a:path w="575944" h="1885314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20"/>
                  </a:lnTo>
                  <a:lnTo>
                    <a:pt x="36372" y="1310919"/>
                  </a:lnTo>
                  <a:lnTo>
                    <a:pt x="26174" y="1308862"/>
                  </a:lnTo>
                  <a:lnTo>
                    <a:pt x="15989" y="1310919"/>
                  </a:lnTo>
                  <a:lnTo>
                    <a:pt x="7670" y="1316520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22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74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22"/>
                  </a:lnTo>
                  <a:lnTo>
                    <a:pt x="52362" y="1335036"/>
                  </a:lnTo>
                  <a:close/>
                </a:path>
                <a:path w="575944" h="1885314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47"/>
                  </a:lnTo>
                  <a:lnTo>
                    <a:pt x="36372" y="1049147"/>
                  </a:lnTo>
                  <a:lnTo>
                    <a:pt x="26174" y="1047089"/>
                  </a:lnTo>
                  <a:lnTo>
                    <a:pt x="15989" y="1049147"/>
                  </a:lnTo>
                  <a:lnTo>
                    <a:pt x="7670" y="1054747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49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74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49"/>
                  </a:lnTo>
                  <a:lnTo>
                    <a:pt x="52362" y="1073264"/>
                  </a:lnTo>
                  <a:close/>
                </a:path>
                <a:path w="575944" h="1885314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75"/>
                  </a:lnTo>
                  <a:lnTo>
                    <a:pt x="36372" y="787374"/>
                  </a:lnTo>
                  <a:lnTo>
                    <a:pt x="26174" y="785317"/>
                  </a:lnTo>
                  <a:lnTo>
                    <a:pt x="15989" y="787374"/>
                  </a:lnTo>
                  <a:lnTo>
                    <a:pt x="7670" y="792975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77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74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77"/>
                  </a:lnTo>
                  <a:lnTo>
                    <a:pt x="52362" y="811491"/>
                  </a:lnTo>
                  <a:close/>
                </a:path>
                <a:path w="575944" h="1885314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02"/>
                  </a:lnTo>
                  <a:lnTo>
                    <a:pt x="36372" y="525602"/>
                  </a:lnTo>
                  <a:lnTo>
                    <a:pt x="26174" y="523544"/>
                  </a:lnTo>
                  <a:lnTo>
                    <a:pt x="15989" y="525602"/>
                  </a:lnTo>
                  <a:lnTo>
                    <a:pt x="7670" y="531202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04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74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04"/>
                  </a:lnTo>
                  <a:lnTo>
                    <a:pt x="52362" y="549719"/>
                  </a:lnTo>
                  <a:close/>
                </a:path>
                <a:path w="575944" h="1885314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74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64"/>
                  </a:lnTo>
                  <a:lnTo>
                    <a:pt x="26174" y="314121"/>
                  </a:lnTo>
                  <a:lnTo>
                    <a:pt x="36372" y="312064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575944" h="1885314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74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74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575944" h="1885314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64"/>
                  </a:lnTo>
                  <a:lnTo>
                    <a:pt x="298145" y="1834464"/>
                  </a:lnTo>
                  <a:lnTo>
                    <a:pt x="287947" y="1832406"/>
                  </a:lnTo>
                  <a:lnTo>
                    <a:pt x="277761" y="1834464"/>
                  </a:lnTo>
                  <a:lnTo>
                    <a:pt x="269443" y="1840064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66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47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66"/>
                  </a:lnTo>
                  <a:lnTo>
                    <a:pt x="314134" y="1858581"/>
                  </a:lnTo>
                  <a:close/>
                </a:path>
                <a:path w="575944" h="1885314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292"/>
                  </a:lnTo>
                  <a:lnTo>
                    <a:pt x="298145" y="1572691"/>
                  </a:lnTo>
                  <a:lnTo>
                    <a:pt x="287947" y="1570634"/>
                  </a:lnTo>
                  <a:lnTo>
                    <a:pt x="277761" y="1572691"/>
                  </a:lnTo>
                  <a:lnTo>
                    <a:pt x="269443" y="1578292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6994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47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6994"/>
                  </a:lnTo>
                  <a:lnTo>
                    <a:pt x="314134" y="1596809"/>
                  </a:lnTo>
                  <a:close/>
                </a:path>
                <a:path w="575944" h="1885314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20"/>
                  </a:lnTo>
                  <a:lnTo>
                    <a:pt x="298145" y="1310919"/>
                  </a:lnTo>
                  <a:lnTo>
                    <a:pt x="287947" y="1308862"/>
                  </a:lnTo>
                  <a:lnTo>
                    <a:pt x="277761" y="1310919"/>
                  </a:lnTo>
                  <a:lnTo>
                    <a:pt x="269443" y="1316520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22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47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22"/>
                  </a:lnTo>
                  <a:lnTo>
                    <a:pt x="314134" y="1335036"/>
                  </a:lnTo>
                  <a:close/>
                </a:path>
                <a:path w="575944" h="1885314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47"/>
                  </a:lnTo>
                  <a:lnTo>
                    <a:pt x="298145" y="1049147"/>
                  </a:lnTo>
                  <a:lnTo>
                    <a:pt x="287947" y="1047089"/>
                  </a:lnTo>
                  <a:lnTo>
                    <a:pt x="277761" y="1049147"/>
                  </a:lnTo>
                  <a:lnTo>
                    <a:pt x="269443" y="1054747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49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47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49"/>
                  </a:lnTo>
                  <a:lnTo>
                    <a:pt x="314134" y="1073264"/>
                  </a:lnTo>
                  <a:close/>
                </a:path>
                <a:path w="575944" h="1885314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75"/>
                  </a:lnTo>
                  <a:lnTo>
                    <a:pt x="298145" y="787374"/>
                  </a:lnTo>
                  <a:lnTo>
                    <a:pt x="287947" y="785317"/>
                  </a:lnTo>
                  <a:lnTo>
                    <a:pt x="277761" y="787374"/>
                  </a:lnTo>
                  <a:lnTo>
                    <a:pt x="269443" y="792975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77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47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77"/>
                  </a:lnTo>
                  <a:lnTo>
                    <a:pt x="314134" y="811491"/>
                  </a:lnTo>
                  <a:close/>
                </a:path>
                <a:path w="575944" h="1885314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02"/>
                  </a:lnTo>
                  <a:lnTo>
                    <a:pt x="298145" y="525602"/>
                  </a:lnTo>
                  <a:lnTo>
                    <a:pt x="287947" y="523544"/>
                  </a:lnTo>
                  <a:lnTo>
                    <a:pt x="277761" y="525602"/>
                  </a:lnTo>
                  <a:lnTo>
                    <a:pt x="269443" y="531202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04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47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04"/>
                  </a:lnTo>
                  <a:lnTo>
                    <a:pt x="314134" y="549719"/>
                  </a:lnTo>
                  <a:close/>
                </a:path>
                <a:path w="575944" h="1885314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47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64"/>
                  </a:lnTo>
                  <a:lnTo>
                    <a:pt x="287947" y="314121"/>
                  </a:lnTo>
                  <a:lnTo>
                    <a:pt x="298145" y="312064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575944" h="1885314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47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292"/>
                  </a:lnTo>
                  <a:lnTo>
                    <a:pt x="287947" y="52349"/>
                  </a:lnTo>
                  <a:lnTo>
                    <a:pt x="298145" y="50292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575944" h="1885314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64"/>
                  </a:lnTo>
                  <a:lnTo>
                    <a:pt x="559917" y="1834464"/>
                  </a:lnTo>
                  <a:lnTo>
                    <a:pt x="549719" y="1832406"/>
                  </a:lnTo>
                  <a:lnTo>
                    <a:pt x="539534" y="1834464"/>
                  </a:lnTo>
                  <a:lnTo>
                    <a:pt x="531215" y="1840064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66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19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66"/>
                  </a:lnTo>
                  <a:lnTo>
                    <a:pt x="575906" y="1858581"/>
                  </a:lnTo>
                  <a:close/>
                </a:path>
                <a:path w="575944" h="1885314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292"/>
                  </a:lnTo>
                  <a:lnTo>
                    <a:pt x="559917" y="1572691"/>
                  </a:lnTo>
                  <a:lnTo>
                    <a:pt x="549719" y="1570634"/>
                  </a:lnTo>
                  <a:lnTo>
                    <a:pt x="539534" y="1572691"/>
                  </a:lnTo>
                  <a:lnTo>
                    <a:pt x="531215" y="1578292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6994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19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6994"/>
                  </a:lnTo>
                  <a:lnTo>
                    <a:pt x="575906" y="1596809"/>
                  </a:lnTo>
                  <a:close/>
                </a:path>
                <a:path w="575944" h="1885314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20"/>
                  </a:lnTo>
                  <a:lnTo>
                    <a:pt x="559917" y="1310919"/>
                  </a:lnTo>
                  <a:lnTo>
                    <a:pt x="549719" y="1308862"/>
                  </a:lnTo>
                  <a:lnTo>
                    <a:pt x="539534" y="1310919"/>
                  </a:lnTo>
                  <a:lnTo>
                    <a:pt x="531215" y="1316520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22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19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22"/>
                  </a:lnTo>
                  <a:lnTo>
                    <a:pt x="575906" y="1335036"/>
                  </a:lnTo>
                  <a:close/>
                </a:path>
                <a:path w="575944" h="1885314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47"/>
                  </a:lnTo>
                  <a:lnTo>
                    <a:pt x="559917" y="1049147"/>
                  </a:lnTo>
                  <a:lnTo>
                    <a:pt x="549719" y="1047089"/>
                  </a:lnTo>
                  <a:lnTo>
                    <a:pt x="539534" y="1049147"/>
                  </a:lnTo>
                  <a:lnTo>
                    <a:pt x="531215" y="1054747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49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19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49"/>
                  </a:lnTo>
                  <a:lnTo>
                    <a:pt x="575906" y="1073264"/>
                  </a:lnTo>
                  <a:close/>
                </a:path>
                <a:path w="575944" h="1885314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75"/>
                  </a:lnTo>
                  <a:lnTo>
                    <a:pt x="559917" y="787374"/>
                  </a:lnTo>
                  <a:lnTo>
                    <a:pt x="549719" y="785317"/>
                  </a:lnTo>
                  <a:lnTo>
                    <a:pt x="539534" y="787374"/>
                  </a:lnTo>
                  <a:lnTo>
                    <a:pt x="531215" y="792975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77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19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77"/>
                  </a:lnTo>
                  <a:lnTo>
                    <a:pt x="575906" y="811491"/>
                  </a:lnTo>
                  <a:close/>
                </a:path>
                <a:path w="575944" h="1885314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02"/>
                  </a:lnTo>
                  <a:lnTo>
                    <a:pt x="559917" y="525602"/>
                  </a:lnTo>
                  <a:lnTo>
                    <a:pt x="549719" y="523544"/>
                  </a:lnTo>
                  <a:lnTo>
                    <a:pt x="539534" y="525602"/>
                  </a:lnTo>
                  <a:lnTo>
                    <a:pt x="531215" y="531202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04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19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04"/>
                  </a:lnTo>
                  <a:lnTo>
                    <a:pt x="575906" y="549719"/>
                  </a:lnTo>
                  <a:close/>
                </a:path>
                <a:path w="575944" h="1885314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19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64"/>
                  </a:lnTo>
                  <a:lnTo>
                    <a:pt x="549719" y="314121"/>
                  </a:lnTo>
                  <a:lnTo>
                    <a:pt x="559917" y="312064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575944" h="1885314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19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292"/>
                  </a:lnTo>
                  <a:lnTo>
                    <a:pt x="549719" y="52349"/>
                  </a:lnTo>
                  <a:lnTo>
                    <a:pt x="559917" y="50292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216BB748-F929-A769-A34D-AE80B672AA56}"/>
                </a:ext>
              </a:extLst>
            </p:cNvPr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581F2207-A0F3-9711-F985-C449845A6EB1}"/>
                </a:ext>
              </a:extLst>
            </p:cNvPr>
            <p:cNvSpPr/>
            <p:nvPr/>
          </p:nvSpPr>
          <p:spPr>
            <a:xfrm>
              <a:off x="10774745" y="5654278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12F595CA-4C61-836F-1CF6-CA79F960ECC2}"/>
              </a:ext>
            </a:extLst>
          </p:cNvPr>
          <p:cNvSpPr txBox="1"/>
          <p:nvPr/>
        </p:nvSpPr>
        <p:spPr>
          <a:xfrm>
            <a:off x="12332678" y="5822120"/>
            <a:ext cx="6158865" cy="1009251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spcBef>
                <a:spcPts val="190"/>
              </a:spcBef>
            </a:pP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Losangos: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 Representam os relacionamentos.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F57209A8-8FC6-D202-BDBC-05EE1443CA61}"/>
              </a:ext>
            </a:extLst>
          </p:cNvPr>
          <p:cNvSpPr txBox="1"/>
          <p:nvPr/>
        </p:nvSpPr>
        <p:spPr>
          <a:xfrm>
            <a:off x="12332678" y="4098774"/>
            <a:ext cx="6158864" cy="11176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spc="15" dirty="0">
                <a:solidFill>
                  <a:srgbClr val="333333"/>
                </a:solidFill>
                <a:latin typeface="Montserrat Light"/>
                <a:cs typeface="Montserrat Light"/>
              </a:rPr>
              <a:t>REPRESENTANDO O</a:t>
            </a:r>
            <a:endParaRPr lang="pt-BR" sz="3600" b="0" spc="95" dirty="0">
              <a:solidFill>
                <a:srgbClr val="333333"/>
              </a:solidFill>
              <a:latin typeface="Montserrat Light"/>
              <a:cs typeface="Montserrat Light"/>
            </a:endParaRP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RELACIONAMENTO.</a:t>
            </a:r>
            <a:endParaRPr sz="3600" dirty="0">
              <a:latin typeface="Montserrat ExtraBold"/>
              <a:cs typeface="Montserrat ExtraBold"/>
            </a:endParaRPr>
          </a:p>
        </p:txBody>
      </p:sp>
      <p:sp>
        <p:nvSpPr>
          <p:cNvPr id="18" name="object 15">
            <a:extLst>
              <a:ext uri="{FF2B5EF4-FFF2-40B4-BE49-F238E27FC236}">
                <a16:creationId xmlns:a16="http://schemas.microsoft.com/office/drawing/2014/main" id="{FE41BD8A-CC75-C16B-B4B6-1C43EEBBF6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4" y="984549"/>
            <a:ext cx="14105583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MODELO RELACIONAL</a:t>
            </a:r>
            <a:br>
              <a:rPr lang="pt-BR" sz="4950" b="1" spc="-15" dirty="0">
                <a:latin typeface="Montserrat ExtraBold"/>
                <a:cs typeface="Montserrat ExtraBold"/>
              </a:rPr>
            </a:br>
            <a:r>
              <a:rPr lang="pt-BR" sz="4400" spc="-25" dirty="0">
                <a:latin typeface="Montserrat"/>
                <a:cs typeface="Montserrat ExtraBold"/>
              </a:rPr>
              <a:t>DIAGRAMA ENTIDADE RELACIONAMENTO - DER</a:t>
            </a:r>
            <a:endParaRPr sz="4950" dirty="0">
              <a:latin typeface="Montserrat"/>
              <a:cs typeface="Montserrat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C3C94083-5374-4AD0-79B3-4DAEF0DF4C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15"/>
          <a:stretch>
            <a:fillRect/>
          </a:stretch>
        </p:blipFill>
        <p:spPr>
          <a:xfrm>
            <a:off x="0" y="3557054"/>
            <a:ext cx="11845930" cy="7591419"/>
          </a:xfrm>
          <a:prstGeom prst="rect">
            <a:avLst/>
          </a:prstGeom>
        </p:spPr>
      </p:pic>
      <p:sp>
        <p:nvSpPr>
          <p:cNvPr id="20" name="Retângulo 19">
            <a:extLst>
              <a:ext uri="{FF2B5EF4-FFF2-40B4-BE49-F238E27FC236}">
                <a16:creationId xmlns:a16="http://schemas.microsoft.com/office/drawing/2014/main" id="{D2E60440-0694-B0CD-15BD-E0FB7492C8F4}"/>
              </a:ext>
            </a:extLst>
          </p:cNvPr>
          <p:cNvSpPr/>
          <p:nvPr/>
        </p:nvSpPr>
        <p:spPr>
          <a:xfrm>
            <a:off x="3563647" y="5624433"/>
            <a:ext cx="1634107" cy="12520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D8CEDF4E-8F0B-D896-8417-F1658F6BA630}"/>
              </a:ext>
            </a:extLst>
          </p:cNvPr>
          <p:cNvSpPr/>
          <p:nvPr/>
        </p:nvSpPr>
        <p:spPr>
          <a:xfrm>
            <a:off x="5408802" y="7438898"/>
            <a:ext cx="1802258" cy="12520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6BDE27BD-6641-A9A1-03D8-D32F14D35F91}"/>
              </a:ext>
            </a:extLst>
          </p:cNvPr>
          <p:cNvSpPr/>
          <p:nvPr/>
        </p:nvSpPr>
        <p:spPr>
          <a:xfrm>
            <a:off x="7511998" y="9271959"/>
            <a:ext cx="1555790" cy="12520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9311389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66CF0C5-356E-47FC-3D13-218E9F645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F1A86A7-9FAE-B396-1286-D36F71538487}"/>
              </a:ext>
            </a:extLst>
          </p:cNvPr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139A0F6-ECC3-F861-364E-57E0AB979558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7B12BCB-8CF7-BB85-C6AD-DE480D6DD784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E5D9B74-617A-98A3-9EC1-9083185B2BCD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6516B3B-8C3B-E183-31FF-00F9696E1FFF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85326BDB-2174-0882-ABB1-8E61DF0DEB1A}"/>
              </a:ext>
            </a:extLst>
          </p:cNvPr>
          <p:cNvGrpSpPr/>
          <p:nvPr/>
        </p:nvGrpSpPr>
        <p:grpSpPr>
          <a:xfrm>
            <a:off x="0" y="2774784"/>
            <a:ext cx="20104100" cy="8534188"/>
            <a:chOff x="0" y="2774784"/>
            <a:chExt cx="20104100" cy="8534188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C0302778-0984-381A-C5B2-D01D14FCB395}"/>
                </a:ext>
              </a:extLst>
            </p:cNvPr>
            <p:cNvSpPr/>
            <p:nvPr/>
          </p:nvSpPr>
          <p:spPr>
            <a:xfrm>
              <a:off x="0" y="8167290"/>
              <a:ext cx="20104100" cy="2984500"/>
            </a:xfrm>
            <a:custGeom>
              <a:avLst/>
              <a:gdLst/>
              <a:ahLst/>
              <a:cxnLst/>
              <a:rect l="l" t="t" r="r" b="b"/>
              <a:pathLst>
                <a:path w="20104100" h="2984500">
                  <a:moveTo>
                    <a:pt x="0" y="2984202"/>
                  </a:moveTo>
                  <a:lnTo>
                    <a:pt x="20104099" y="298420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984202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42F44DE8-D910-FE65-2F29-A429C12340C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36313" y="2774784"/>
              <a:ext cx="8806014" cy="8533771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9C44656E-9D96-74EA-790A-CC14A61F681E}"/>
                </a:ext>
              </a:extLst>
            </p:cNvPr>
            <p:cNvSpPr/>
            <p:nvPr/>
          </p:nvSpPr>
          <p:spPr>
            <a:xfrm>
              <a:off x="11821838" y="3560101"/>
              <a:ext cx="7235190" cy="7591425"/>
            </a:xfrm>
            <a:custGeom>
              <a:avLst/>
              <a:gdLst/>
              <a:ahLst/>
              <a:cxnLst/>
              <a:rect l="l" t="t" r="r" b="b"/>
              <a:pathLst>
                <a:path w="7235190" h="7591425">
                  <a:moveTo>
                    <a:pt x="0" y="7591391"/>
                  </a:moveTo>
                  <a:lnTo>
                    <a:pt x="7235172" y="7591391"/>
                  </a:lnTo>
                  <a:lnTo>
                    <a:pt x="7235172" y="0"/>
                  </a:lnTo>
                  <a:lnTo>
                    <a:pt x="0" y="0"/>
                  </a:lnTo>
                  <a:lnTo>
                    <a:pt x="0" y="759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B31E36F3-79C0-4BBD-94AF-D1900BD7D0B2}"/>
                </a:ext>
              </a:extLst>
            </p:cNvPr>
            <p:cNvSpPr/>
            <p:nvPr/>
          </p:nvSpPr>
          <p:spPr>
            <a:xfrm>
              <a:off x="19266420" y="3560108"/>
              <a:ext cx="575945" cy="1885314"/>
            </a:xfrm>
            <a:custGeom>
              <a:avLst/>
              <a:gdLst/>
              <a:ahLst/>
              <a:cxnLst/>
              <a:rect l="l" t="t" r="r" b="b"/>
              <a:pathLst>
                <a:path w="575944" h="1885314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64"/>
                  </a:lnTo>
                  <a:lnTo>
                    <a:pt x="36372" y="1834464"/>
                  </a:lnTo>
                  <a:lnTo>
                    <a:pt x="26174" y="1832406"/>
                  </a:lnTo>
                  <a:lnTo>
                    <a:pt x="15989" y="1834464"/>
                  </a:lnTo>
                  <a:lnTo>
                    <a:pt x="7670" y="1840064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66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74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66"/>
                  </a:lnTo>
                  <a:lnTo>
                    <a:pt x="52362" y="1858581"/>
                  </a:lnTo>
                  <a:close/>
                </a:path>
                <a:path w="575944" h="1885314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292"/>
                  </a:lnTo>
                  <a:lnTo>
                    <a:pt x="36372" y="1572691"/>
                  </a:lnTo>
                  <a:lnTo>
                    <a:pt x="26174" y="1570634"/>
                  </a:lnTo>
                  <a:lnTo>
                    <a:pt x="15989" y="1572691"/>
                  </a:lnTo>
                  <a:lnTo>
                    <a:pt x="7670" y="1578292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6994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74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6994"/>
                  </a:lnTo>
                  <a:lnTo>
                    <a:pt x="52362" y="1596809"/>
                  </a:lnTo>
                  <a:close/>
                </a:path>
                <a:path w="575944" h="1885314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20"/>
                  </a:lnTo>
                  <a:lnTo>
                    <a:pt x="36372" y="1310919"/>
                  </a:lnTo>
                  <a:lnTo>
                    <a:pt x="26174" y="1308862"/>
                  </a:lnTo>
                  <a:lnTo>
                    <a:pt x="15989" y="1310919"/>
                  </a:lnTo>
                  <a:lnTo>
                    <a:pt x="7670" y="1316520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22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74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22"/>
                  </a:lnTo>
                  <a:lnTo>
                    <a:pt x="52362" y="1335036"/>
                  </a:lnTo>
                  <a:close/>
                </a:path>
                <a:path w="575944" h="1885314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47"/>
                  </a:lnTo>
                  <a:lnTo>
                    <a:pt x="36372" y="1049147"/>
                  </a:lnTo>
                  <a:lnTo>
                    <a:pt x="26174" y="1047089"/>
                  </a:lnTo>
                  <a:lnTo>
                    <a:pt x="15989" y="1049147"/>
                  </a:lnTo>
                  <a:lnTo>
                    <a:pt x="7670" y="1054747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49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74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49"/>
                  </a:lnTo>
                  <a:lnTo>
                    <a:pt x="52362" y="1073264"/>
                  </a:lnTo>
                  <a:close/>
                </a:path>
                <a:path w="575944" h="1885314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75"/>
                  </a:lnTo>
                  <a:lnTo>
                    <a:pt x="36372" y="787374"/>
                  </a:lnTo>
                  <a:lnTo>
                    <a:pt x="26174" y="785317"/>
                  </a:lnTo>
                  <a:lnTo>
                    <a:pt x="15989" y="787374"/>
                  </a:lnTo>
                  <a:lnTo>
                    <a:pt x="7670" y="792975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77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74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77"/>
                  </a:lnTo>
                  <a:lnTo>
                    <a:pt x="52362" y="811491"/>
                  </a:lnTo>
                  <a:close/>
                </a:path>
                <a:path w="575944" h="1885314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02"/>
                  </a:lnTo>
                  <a:lnTo>
                    <a:pt x="36372" y="525602"/>
                  </a:lnTo>
                  <a:lnTo>
                    <a:pt x="26174" y="523544"/>
                  </a:lnTo>
                  <a:lnTo>
                    <a:pt x="15989" y="525602"/>
                  </a:lnTo>
                  <a:lnTo>
                    <a:pt x="7670" y="531202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04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74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04"/>
                  </a:lnTo>
                  <a:lnTo>
                    <a:pt x="52362" y="549719"/>
                  </a:lnTo>
                  <a:close/>
                </a:path>
                <a:path w="575944" h="1885314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74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64"/>
                  </a:lnTo>
                  <a:lnTo>
                    <a:pt x="26174" y="314121"/>
                  </a:lnTo>
                  <a:lnTo>
                    <a:pt x="36372" y="312064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575944" h="1885314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74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74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575944" h="1885314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64"/>
                  </a:lnTo>
                  <a:lnTo>
                    <a:pt x="298145" y="1834464"/>
                  </a:lnTo>
                  <a:lnTo>
                    <a:pt x="287947" y="1832406"/>
                  </a:lnTo>
                  <a:lnTo>
                    <a:pt x="277761" y="1834464"/>
                  </a:lnTo>
                  <a:lnTo>
                    <a:pt x="269443" y="1840064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66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47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66"/>
                  </a:lnTo>
                  <a:lnTo>
                    <a:pt x="314134" y="1858581"/>
                  </a:lnTo>
                  <a:close/>
                </a:path>
                <a:path w="575944" h="1885314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292"/>
                  </a:lnTo>
                  <a:lnTo>
                    <a:pt x="298145" y="1572691"/>
                  </a:lnTo>
                  <a:lnTo>
                    <a:pt x="287947" y="1570634"/>
                  </a:lnTo>
                  <a:lnTo>
                    <a:pt x="277761" y="1572691"/>
                  </a:lnTo>
                  <a:lnTo>
                    <a:pt x="269443" y="1578292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6994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47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6994"/>
                  </a:lnTo>
                  <a:lnTo>
                    <a:pt x="314134" y="1596809"/>
                  </a:lnTo>
                  <a:close/>
                </a:path>
                <a:path w="575944" h="1885314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20"/>
                  </a:lnTo>
                  <a:lnTo>
                    <a:pt x="298145" y="1310919"/>
                  </a:lnTo>
                  <a:lnTo>
                    <a:pt x="287947" y="1308862"/>
                  </a:lnTo>
                  <a:lnTo>
                    <a:pt x="277761" y="1310919"/>
                  </a:lnTo>
                  <a:lnTo>
                    <a:pt x="269443" y="1316520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22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47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22"/>
                  </a:lnTo>
                  <a:lnTo>
                    <a:pt x="314134" y="1335036"/>
                  </a:lnTo>
                  <a:close/>
                </a:path>
                <a:path w="575944" h="1885314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47"/>
                  </a:lnTo>
                  <a:lnTo>
                    <a:pt x="298145" y="1049147"/>
                  </a:lnTo>
                  <a:lnTo>
                    <a:pt x="287947" y="1047089"/>
                  </a:lnTo>
                  <a:lnTo>
                    <a:pt x="277761" y="1049147"/>
                  </a:lnTo>
                  <a:lnTo>
                    <a:pt x="269443" y="1054747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49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47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49"/>
                  </a:lnTo>
                  <a:lnTo>
                    <a:pt x="314134" y="1073264"/>
                  </a:lnTo>
                  <a:close/>
                </a:path>
                <a:path w="575944" h="1885314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75"/>
                  </a:lnTo>
                  <a:lnTo>
                    <a:pt x="298145" y="787374"/>
                  </a:lnTo>
                  <a:lnTo>
                    <a:pt x="287947" y="785317"/>
                  </a:lnTo>
                  <a:lnTo>
                    <a:pt x="277761" y="787374"/>
                  </a:lnTo>
                  <a:lnTo>
                    <a:pt x="269443" y="792975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77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47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77"/>
                  </a:lnTo>
                  <a:lnTo>
                    <a:pt x="314134" y="811491"/>
                  </a:lnTo>
                  <a:close/>
                </a:path>
                <a:path w="575944" h="1885314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02"/>
                  </a:lnTo>
                  <a:lnTo>
                    <a:pt x="298145" y="525602"/>
                  </a:lnTo>
                  <a:lnTo>
                    <a:pt x="287947" y="523544"/>
                  </a:lnTo>
                  <a:lnTo>
                    <a:pt x="277761" y="525602"/>
                  </a:lnTo>
                  <a:lnTo>
                    <a:pt x="269443" y="531202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04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47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04"/>
                  </a:lnTo>
                  <a:lnTo>
                    <a:pt x="314134" y="549719"/>
                  </a:lnTo>
                  <a:close/>
                </a:path>
                <a:path w="575944" h="1885314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47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64"/>
                  </a:lnTo>
                  <a:lnTo>
                    <a:pt x="287947" y="314121"/>
                  </a:lnTo>
                  <a:lnTo>
                    <a:pt x="298145" y="312064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575944" h="1885314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47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292"/>
                  </a:lnTo>
                  <a:lnTo>
                    <a:pt x="287947" y="52349"/>
                  </a:lnTo>
                  <a:lnTo>
                    <a:pt x="298145" y="50292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575944" h="1885314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64"/>
                  </a:lnTo>
                  <a:lnTo>
                    <a:pt x="559917" y="1834464"/>
                  </a:lnTo>
                  <a:lnTo>
                    <a:pt x="549719" y="1832406"/>
                  </a:lnTo>
                  <a:lnTo>
                    <a:pt x="539534" y="1834464"/>
                  </a:lnTo>
                  <a:lnTo>
                    <a:pt x="531215" y="1840064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66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19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66"/>
                  </a:lnTo>
                  <a:lnTo>
                    <a:pt x="575906" y="1858581"/>
                  </a:lnTo>
                  <a:close/>
                </a:path>
                <a:path w="575944" h="1885314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292"/>
                  </a:lnTo>
                  <a:lnTo>
                    <a:pt x="559917" y="1572691"/>
                  </a:lnTo>
                  <a:lnTo>
                    <a:pt x="549719" y="1570634"/>
                  </a:lnTo>
                  <a:lnTo>
                    <a:pt x="539534" y="1572691"/>
                  </a:lnTo>
                  <a:lnTo>
                    <a:pt x="531215" y="1578292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6994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19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6994"/>
                  </a:lnTo>
                  <a:lnTo>
                    <a:pt x="575906" y="1596809"/>
                  </a:lnTo>
                  <a:close/>
                </a:path>
                <a:path w="575944" h="1885314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20"/>
                  </a:lnTo>
                  <a:lnTo>
                    <a:pt x="559917" y="1310919"/>
                  </a:lnTo>
                  <a:lnTo>
                    <a:pt x="549719" y="1308862"/>
                  </a:lnTo>
                  <a:lnTo>
                    <a:pt x="539534" y="1310919"/>
                  </a:lnTo>
                  <a:lnTo>
                    <a:pt x="531215" y="1316520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22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19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22"/>
                  </a:lnTo>
                  <a:lnTo>
                    <a:pt x="575906" y="1335036"/>
                  </a:lnTo>
                  <a:close/>
                </a:path>
                <a:path w="575944" h="1885314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47"/>
                  </a:lnTo>
                  <a:lnTo>
                    <a:pt x="559917" y="1049147"/>
                  </a:lnTo>
                  <a:lnTo>
                    <a:pt x="549719" y="1047089"/>
                  </a:lnTo>
                  <a:lnTo>
                    <a:pt x="539534" y="1049147"/>
                  </a:lnTo>
                  <a:lnTo>
                    <a:pt x="531215" y="1054747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49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19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49"/>
                  </a:lnTo>
                  <a:lnTo>
                    <a:pt x="575906" y="1073264"/>
                  </a:lnTo>
                  <a:close/>
                </a:path>
                <a:path w="575944" h="1885314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75"/>
                  </a:lnTo>
                  <a:lnTo>
                    <a:pt x="559917" y="787374"/>
                  </a:lnTo>
                  <a:lnTo>
                    <a:pt x="549719" y="785317"/>
                  </a:lnTo>
                  <a:lnTo>
                    <a:pt x="539534" y="787374"/>
                  </a:lnTo>
                  <a:lnTo>
                    <a:pt x="531215" y="792975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77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19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77"/>
                  </a:lnTo>
                  <a:lnTo>
                    <a:pt x="575906" y="811491"/>
                  </a:lnTo>
                  <a:close/>
                </a:path>
                <a:path w="575944" h="1885314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02"/>
                  </a:lnTo>
                  <a:lnTo>
                    <a:pt x="559917" y="525602"/>
                  </a:lnTo>
                  <a:lnTo>
                    <a:pt x="549719" y="523544"/>
                  </a:lnTo>
                  <a:lnTo>
                    <a:pt x="539534" y="525602"/>
                  </a:lnTo>
                  <a:lnTo>
                    <a:pt x="531215" y="531202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04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19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04"/>
                  </a:lnTo>
                  <a:lnTo>
                    <a:pt x="575906" y="549719"/>
                  </a:lnTo>
                  <a:close/>
                </a:path>
                <a:path w="575944" h="1885314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19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64"/>
                  </a:lnTo>
                  <a:lnTo>
                    <a:pt x="549719" y="314121"/>
                  </a:lnTo>
                  <a:lnTo>
                    <a:pt x="559917" y="312064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575944" h="1885314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19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292"/>
                  </a:lnTo>
                  <a:lnTo>
                    <a:pt x="549719" y="52349"/>
                  </a:lnTo>
                  <a:lnTo>
                    <a:pt x="559917" y="50292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8B04E1BA-AED6-D411-A054-6C7BBA7B31D3}"/>
                </a:ext>
              </a:extLst>
            </p:cNvPr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4213AFC5-E3E8-BD6F-8564-7D11F7686831}"/>
                </a:ext>
              </a:extLst>
            </p:cNvPr>
            <p:cNvSpPr/>
            <p:nvPr/>
          </p:nvSpPr>
          <p:spPr>
            <a:xfrm>
              <a:off x="10774745" y="5654278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F4CF4552-DB5D-59D2-1CAF-50C89C240E78}"/>
              </a:ext>
            </a:extLst>
          </p:cNvPr>
          <p:cNvSpPr txBox="1"/>
          <p:nvPr/>
        </p:nvSpPr>
        <p:spPr>
          <a:xfrm>
            <a:off x="12332678" y="5822120"/>
            <a:ext cx="6158865" cy="1501693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spcBef>
                <a:spcPts val="190"/>
              </a:spcBef>
            </a:pP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Linhas: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 Conectam as entidades aos seus atributos e relacionamentos.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F1019CA1-FD8E-972C-FACB-17A30187D5B7}"/>
              </a:ext>
            </a:extLst>
          </p:cNvPr>
          <p:cNvSpPr txBox="1"/>
          <p:nvPr/>
        </p:nvSpPr>
        <p:spPr>
          <a:xfrm>
            <a:off x="12332678" y="4098774"/>
            <a:ext cx="6158864" cy="11176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spc="15" dirty="0">
                <a:solidFill>
                  <a:srgbClr val="333333"/>
                </a:solidFill>
                <a:latin typeface="Montserrat Light"/>
                <a:cs typeface="Montserrat Light"/>
              </a:rPr>
              <a:t>REPRESENTANDO AS</a:t>
            </a:r>
            <a:endParaRPr lang="pt-BR" sz="3600" b="0" spc="95" dirty="0">
              <a:solidFill>
                <a:srgbClr val="333333"/>
              </a:solidFill>
              <a:latin typeface="Montserrat Light"/>
              <a:cs typeface="Montserrat Light"/>
            </a:endParaRP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CONEXÕES.</a:t>
            </a:r>
            <a:endParaRPr lang="pt-BR" sz="3600" dirty="0">
              <a:latin typeface="Montserrat ExtraBold"/>
              <a:cs typeface="Montserrat ExtraBold"/>
            </a:endParaRPr>
          </a:p>
        </p:txBody>
      </p:sp>
      <p:sp>
        <p:nvSpPr>
          <p:cNvPr id="18" name="object 15">
            <a:extLst>
              <a:ext uri="{FF2B5EF4-FFF2-40B4-BE49-F238E27FC236}">
                <a16:creationId xmlns:a16="http://schemas.microsoft.com/office/drawing/2014/main" id="{9F97BCDF-B933-ED07-5EF9-862D345232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4" y="984549"/>
            <a:ext cx="14105583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MODELO RELACIONAL</a:t>
            </a:r>
            <a:br>
              <a:rPr lang="pt-BR" sz="4950" b="1" spc="-15" dirty="0">
                <a:latin typeface="Montserrat ExtraBold"/>
                <a:cs typeface="Montserrat ExtraBold"/>
              </a:rPr>
            </a:br>
            <a:r>
              <a:rPr lang="pt-BR" sz="4400" spc="-25" dirty="0">
                <a:latin typeface="Montserrat"/>
                <a:cs typeface="Montserrat ExtraBold"/>
              </a:rPr>
              <a:t>DIAGRAMA ENTIDADE RELACIONAMENTO - DER</a:t>
            </a:r>
            <a:endParaRPr sz="4950" dirty="0">
              <a:latin typeface="Montserrat"/>
              <a:cs typeface="Montserrat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80C85E5A-3C78-64C4-0B7E-0C15610C59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15"/>
          <a:stretch>
            <a:fillRect/>
          </a:stretch>
        </p:blipFill>
        <p:spPr>
          <a:xfrm>
            <a:off x="0" y="3557054"/>
            <a:ext cx="11845930" cy="7591419"/>
          </a:xfrm>
          <a:prstGeom prst="rect">
            <a:avLst/>
          </a:prstGeom>
        </p:spPr>
      </p:pic>
      <p:sp>
        <p:nvSpPr>
          <p:cNvPr id="20" name="Retângulo 19">
            <a:extLst>
              <a:ext uri="{FF2B5EF4-FFF2-40B4-BE49-F238E27FC236}">
                <a16:creationId xmlns:a16="http://schemas.microsoft.com/office/drawing/2014/main" id="{0D2165F7-1927-469B-B453-A6F88C978BA2}"/>
              </a:ext>
            </a:extLst>
          </p:cNvPr>
          <p:cNvSpPr/>
          <p:nvPr/>
        </p:nvSpPr>
        <p:spPr>
          <a:xfrm>
            <a:off x="3066997" y="5822119"/>
            <a:ext cx="889054" cy="67075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37C5E106-BDB9-D96F-8A24-B39B7DAA0078}"/>
              </a:ext>
            </a:extLst>
          </p:cNvPr>
          <p:cNvSpPr/>
          <p:nvPr/>
        </p:nvSpPr>
        <p:spPr>
          <a:xfrm>
            <a:off x="6089650" y="6524139"/>
            <a:ext cx="457200" cy="12520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8BA17DE0-3464-BDF2-E009-4B59833ECC3C}"/>
              </a:ext>
            </a:extLst>
          </p:cNvPr>
          <p:cNvSpPr/>
          <p:nvPr/>
        </p:nvSpPr>
        <p:spPr>
          <a:xfrm>
            <a:off x="9067787" y="6422390"/>
            <a:ext cx="603263" cy="12520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5E17C86-53C3-0FBB-4169-6170DB8FDB5D}"/>
              </a:ext>
            </a:extLst>
          </p:cNvPr>
          <p:cNvSpPr/>
          <p:nvPr/>
        </p:nvSpPr>
        <p:spPr>
          <a:xfrm>
            <a:off x="2082580" y="4774669"/>
            <a:ext cx="695768" cy="104744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8840066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E84E540-B326-7001-B300-8D00AF09F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82AB85A-382F-CE14-6EBA-4A95EDE955DA}"/>
              </a:ext>
            </a:extLst>
          </p:cNvPr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7A48976-7F33-AE37-CD24-1C747DCA5C78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79FA40A-6325-4B32-1C3C-CF80585F3CA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75E751D-341B-599C-178E-22C5A15D332B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2CD47F2-49C2-78C4-67FE-73AC4108D5FD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453290BF-37CF-6D39-8AF4-664A1B2FC232}"/>
              </a:ext>
            </a:extLst>
          </p:cNvPr>
          <p:cNvGrpSpPr/>
          <p:nvPr/>
        </p:nvGrpSpPr>
        <p:grpSpPr>
          <a:xfrm>
            <a:off x="0" y="2774784"/>
            <a:ext cx="20104100" cy="8534188"/>
            <a:chOff x="0" y="2774784"/>
            <a:chExt cx="20104100" cy="8534188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08D6AE48-FC87-A8C7-28AB-9539890F33CF}"/>
                </a:ext>
              </a:extLst>
            </p:cNvPr>
            <p:cNvSpPr/>
            <p:nvPr/>
          </p:nvSpPr>
          <p:spPr>
            <a:xfrm>
              <a:off x="0" y="8167290"/>
              <a:ext cx="20104100" cy="2984500"/>
            </a:xfrm>
            <a:custGeom>
              <a:avLst/>
              <a:gdLst/>
              <a:ahLst/>
              <a:cxnLst/>
              <a:rect l="l" t="t" r="r" b="b"/>
              <a:pathLst>
                <a:path w="20104100" h="2984500">
                  <a:moveTo>
                    <a:pt x="0" y="2984202"/>
                  </a:moveTo>
                  <a:lnTo>
                    <a:pt x="20104099" y="298420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984202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F511239F-6AA2-5BC4-D297-8321E3BC18B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36313" y="2774784"/>
              <a:ext cx="8806014" cy="8533771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9CC58B74-723D-FAAE-7B02-8DBDCD9D4D16}"/>
                </a:ext>
              </a:extLst>
            </p:cNvPr>
            <p:cNvSpPr/>
            <p:nvPr/>
          </p:nvSpPr>
          <p:spPr>
            <a:xfrm>
              <a:off x="11821838" y="3560101"/>
              <a:ext cx="7235190" cy="7591425"/>
            </a:xfrm>
            <a:custGeom>
              <a:avLst/>
              <a:gdLst/>
              <a:ahLst/>
              <a:cxnLst/>
              <a:rect l="l" t="t" r="r" b="b"/>
              <a:pathLst>
                <a:path w="7235190" h="7591425">
                  <a:moveTo>
                    <a:pt x="0" y="7591391"/>
                  </a:moveTo>
                  <a:lnTo>
                    <a:pt x="7235172" y="7591391"/>
                  </a:lnTo>
                  <a:lnTo>
                    <a:pt x="7235172" y="0"/>
                  </a:lnTo>
                  <a:lnTo>
                    <a:pt x="0" y="0"/>
                  </a:lnTo>
                  <a:lnTo>
                    <a:pt x="0" y="759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F079F47A-54EB-895E-6B03-A9E648CB58EF}"/>
                </a:ext>
              </a:extLst>
            </p:cNvPr>
            <p:cNvSpPr/>
            <p:nvPr/>
          </p:nvSpPr>
          <p:spPr>
            <a:xfrm>
              <a:off x="19266420" y="3560108"/>
              <a:ext cx="575945" cy="1885314"/>
            </a:xfrm>
            <a:custGeom>
              <a:avLst/>
              <a:gdLst/>
              <a:ahLst/>
              <a:cxnLst/>
              <a:rect l="l" t="t" r="r" b="b"/>
              <a:pathLst>
                <a:path w="575944" h="1885314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64"/>
                  </a:lnTo>
                  <a:lnTo>
                    <a:pt x="36372" y="1834464"/>
                  </a:lnTo>
                  <a:lnTo>
                    <a:pt x="26174" y="1832406"/>
                  </a:lnTo>
                  <a:lnTo>
                    <a:pt x="15989" y="1834464"/>
                  </a:lnTo>
                  <a:lnTo>
                    <a:pt x="7670" y="1840064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66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74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66"/>
                  </a:lnTo>
                  <a:lnTo>
                    <a:pt x="52362" y="1858581"/>
                  </a:lnTo>
                  <a:close/>
                </a:path>
                <a:path w="575944" h="1885314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292"/>
                  </a:lnTo>
                  <a:lnTo>
                    <a:pt x="36372" y="1572691"/>
                  </a:lnTo>
                  <a:lnTo>
                    <a:pt x="26174" y="1570634"/>
                  </a:lnTo>
                  <a:lnTo>
                    <a:pt x="15989" y="1572691"/>
                  </a:lnTo>
                  <a:lnTo>
                    <a:pt x="7670" y="1578292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6994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74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6994"/>
                  </a:lnTo>
                  <a:lnTo>
                    <a:pt x="52362" y="1596809"/>
                  </a:lnTo>
                  <a:close/>
                </a:path>
                <a:path w="575944" h="1885314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20"/>
                  </a:lnTo>
                  <a:lnTo>
                    <a:pt x="36372" y="1310919"/>
                  </a:lnTo>
                  <a:lnTo>
                    <a:pt x="26174" y="1308862"/>
                  </a:lnTo>
                  <a:lnTo>
                    <a:pt x="15989" y="1310919"/>
                  </a:lnTo>
                  <a:lnTo>
                    <a:pt x="7670" y="1316520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22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74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22"/>
                  </a:lnTo>
                  <a:lnTo>
                    <a:pt x="52362" y="1335036"/>
                  </a:lnTo>
                  <a:close/>
                </a:path>
                <a:path w="575944" h="1885314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47"/>
                  </a:lnTo>
                  <a:lnTo>
                    <a:pt x="36372" y="1049147"/>
                  </a:lnTo>
                  <a:lnTo>
                    <a:pt x="26174" y="1047089"/>
                  </a:lnTo>
                  <a:lnTo>
                    <a:pt x="15989" y="1049147"/>
                  </a:lnTo>
                  <a:lnTo>
                    <a:pt x="7670" y="1054747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49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74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49"/>
                  </a:lnTo>
                  <a:lnTo>
                    <a:pt x="52362" y="1073264"/>
                  </a:lnTo>
                  <a:close/>
                </a:path>
                <a:path w="575944" h="1885314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75"/>
                  </a:lnTo>
                  <a:lnTo>
                    <a:pt x="36372" y="787374"/>
                  </a:lnTo>
                  <a:lnTo>
                    <a:pt x="26174" y="785317"/>
                  </a:lnTo>
                  <a:lnTo>
                    <a:pt x="15989" y="787374"/>
                  </a:lnTo>
                  <a:lnTo>
                    <a:pt x="7670" y="792975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77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74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77"/>
                  </a:lnTo>
                  <a:lnTo>
                    <a:pt x="52362" y="811491"/>
                  </a:lnTo>
                  <a:close/>
                </a:path>
                <a:path w="575944" h="1885314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02"/>
                  </a:lnTo>
                  <a:lnTo>
                    <a:pt x="36372" y="525602"/>
                  </a:lnTo>
                  <a:lnTo>
                    <a:pt x="26174" y="523544"/>
                  </a:lnTo>
                  <a:lnTo>
                    <a:pt x="15989" y="525602"/>
                  </a:lnTo>
                  <a:lnTo>
                    <a:pt x="7670" y="531202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04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74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04"/>
                  </a:lnTo>
                  <a:lnTo>
                    <a:pt x="52362" y="549719"/>
                  </a:lnTo>
                  <a:close/>
                </a:path>
                <a:path w="575944" h="1885314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74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64"/>
                  </a:lnTo>
                  <a:lnTo>
                    <a:pt x="26174" y="314121"/>
                  </a:lnTo>
                  <a:lnTo>
                    <a:pt x="36372" y="312064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575944" h="1885314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74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74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575944" h="1885314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64"/>
                  </a:lnTo>
                  <a:lnTo>
                    <a:pt x="298145" y="1834464"/>
                  </a:lnTo>
                  <a:lnTo>
                    <a:pt x="287947" y="1832406"/>
                  </a:lnTo>
                  <a:lnTo>
                    <a:pt x="277761" y="1834464"/>
                  </a:lnTo>
                  <a:lnTo>
                    <a:pt x="269443" y="1840064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66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47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66"/>
                  </a:lnTo>
                  <a:lnTo>
                    <a:pt x="314134" y="1858581"/>
                  </a:lnTo>
                  <a:close/>
                </a:path>
                <a:path w="575944" h="1885314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292"/>
                  </a:lnTo>
                  <a:lnTo>
                    <a:pt x="298145" y="1572691"/>
                  </a:lnTo>
                  <a:lnTo>
                    <a:pt x="287947" y="1570634"/>
                  </a:lnTo>
                  <a:lnTo>
                    <a:pt x="277761" y="1572691"/>
                  </a:lnTo>
                  <a:lnTo>
                    <a:pt x="269443" y="1578292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6994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47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6994"/>
                  </a:lnTo>
                  <a:lnTo>
                    <a:pt x="314134" y="1596809"/>
                  </a:lnTo>
                  <a:close/>
                </a:path>
                <a:path w="575944" h="1885314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20"/>
                  </a:lnTo>
                  <a:lnTo>
                    <a:pt x="298145" y="1310919"/>
                  </a:lnTo>
                  <a:lnTo>
                    <a:pt x="287947" y="1308862"/>
                  </a:lnTo>
                  <a:lnTo>
                    <a:pt x="277761" y="1310919"/>
                  </a:lnTo>
                  <a:lnTo>
                    <a:pt x="269443" y="1316520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22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47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22"/>
                  </a:lnTo>
                  <a:lnTo>
                    <a:pt x="314134" y="1335036"/>
                  </a:lnTo>
                  <a:close/>
                </a:path>
                <a:path w="575944" h="1885314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47"/>
                  </a:lnTo>
                  <a:lnTo>
                    <a:pt x="298145" y="1049147"/>
                  </a:lnTo>
                  <a:lnTo>
                    <a:pt x="287947" y="1047089"/>
                  </a:lnTo>
                  <a:lnTo>
                    <a:pt x="277761" y="1049147"/>
                  </a:lnTo>
                  <a:lnTo>
                    <a:pt x="269443" y="1054747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49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47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49"/>
                  </a:lnTo>
                  <a:lnTo>
                    <a:pt x="314134" y="1073264"/>
                  </a:lnTo>
                  <a:close/>
                </a:path>
                <a:path w="575944" h="1885314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75"/>
                  </a:lnTo>
                  <a:lnTo>
                    <a:pt x="298145" y="787374"/>
                  </a:lnTo>
                  <a:lnTo>
                    <a:pt x="287947" y="785317"/>
                  </a:lnTo>
                  <a:lnTo>
                    <a:pt x="277761" y="787374"/>
                  </a:lnTo>
                  <a:lnTo>
                    <a:pt x="269443" y="792975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77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47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77"/>
                  </a:lnTo>
                  <a:lnTo>
                    <a:pt x="314134" y="811491"/>
                  </a:lnTo>
                  <a:close/>
                </a:path>
                <a:path w="575944" h="1885314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02"/>
                  </a:lnTo>
                  <a:lnTo>
                    <a:pt x="298145" y="525602"/>
                  </a:lnTo>
                  <a:lnTo>
                    <a:pt x="287947" y="523544"/>
                  </a:lnTo>
                  <a:lnTo>
                    <a:pt x="277761" y="525602"/>
                  </a:lnTo>
                  <a:lnTo>
                    <a:pt x="269443" y="531202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04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47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04"/>
                  </a:lnTo>
                  <a:lnTo>
                    <a:pt x="314134" y="549719"/>
                  </a:lnTo>
                  <a:close/>
                </a:path>
                <a:path w="575944" h="1885314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47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64"/>
                  </a:lnTo>
                  <a:lnTo>
                    <a:pt x="287947" y="314121"/>
                  </a:lnTo>
                  <a:lnTo>
                    <a:pt x="298145" y="312064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575944" h="1885314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47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292"/>
                  </a:lnTo>
                  <a:lnTo>
                    <a:pt x="287947" y="52349"/>
                  </a:lnTo>
                  <a:lnTo>
                    <a:pt x="298145" y="50292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575944" h="1885314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64"/>
                  </a:lnTo>
                  <a:lnTo>
                    <a:pt x="559917" y="1834464"/>
                  </a:lnTo>
                  <a:lnTo>
                    <a:pt x="549719" y="1832406"/>
                  </a:lnTo>
                  <a:lnTo>
                    <a:pt x="539534" y="1834464"/>
                  </a:lnTo>
                  <a:lnTo>
                    <a:pt x="531215" y="1840064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66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19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66"/>
                  </a:lnTo>
                  <a:lnTo>
                    <a:pt x="575906" y="1858581"/>
                  </a:lnTo>
                  <a:close/>
                </a:path>
                <a:path w="575944" h="1885314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292"/>
                  </a:lnTo>
                  <a:lnTo>
                    <a:pt x="559917" y="1572691"/>
                  </a:lnTo>
                  <a:lnTo>
                    <a:pt x="549719" y="1570634"/>
                  </a:lnTo>
                  <a:lnTo>
                    <a:pt x="539534" y="1572691"/>
                  </a:lnTo>
                  <a:lnTo>
                    <a:pt x="531215" y="1578292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6994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19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6994"/>
                  </a:lnTo>
                  <a:lnTo>
                    <a:pt x="575906" y="1596809"/>
                  </a:lnTo>
                  <a:close/>
                </a:path>
                <a:path w="575944" h="1885314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20"/>
                  </a:lnTo>
                  <a:lnTo>
                    <a:pt x="559917" y="1310919"/>
                  </a:lnTo>
                  <a:lnTo>
                    <a:pt x="549719" y="1308862"/>
                  </a:lnTo>
                  <a:lnTo>
                    <a:pt x="539534" y="1310919"/>
                  </a:lnTo>
                  <a:lnTo>
                    <a:pt x="531215" y="1316520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22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19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22"/>
                  </a:lnTo>
                  <a:lnTo>
                    <a:pt x="575906" y="1335036"/>
                  </a:lnTo>
                  <a:close/>
                </a:path>
                <a:path w="575944" h="1885314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47"/>
                  </a:lnTo>
                  <a:lnTo>
                    <a:pt x="559917" y="1049147"/>
                  </a:lnTo>
                  <a:lnTo>
                    <a:pt x="549719" y="1047089"/>
                  </a:lnTo>
                  <a:lnTo>
                    <a:pt x="539534" y="1049147"/>
                  </a:lnTo>
                  <a:lnTo>
                    <a:pt x="531215" y="1054747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49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19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49"/>
                  </a:lnTo>
                  <a:lnTo>
                    <a:pt x="575906" y="1073264"/>
                  </a:lnTo>
                  <a:close/>
                </a:path>
                <a:path w="575944" h="1885314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75"/>
                  </a:lnTo>
                  <a:lnTo>
                    <a:pt x="559917" y="787374"/>
                  </a:lnTo>
                  <a:lnTo>
                    <a:pt x="549719" y="785317"/>
                  </a:lnTo>
                  <a:lnTo>
                    <a:pt x="539534" y="787374"/>
                  </a:lnTo>
                  <a:lnTo>
                    <a:pt x="531215" y="792975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77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19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77"/>
                  </a:lnTo>
                  <a:lnTo>
                    <a:pt x="575906" y="811491"/>
                  </a:lnTo>
                  <a:close/>
                </a:path>
                <a:path w="575944" h="1885314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02"/>
                  </a:lnTo>
                  <a:lnTo>
                    <a:pt x="559917" y="525602"/>
                  </a:lnTo>
                  <a:lnTo>
                    <a:pt x="549719" y="523544"/>
                  </a:lnTo>
                  <a:lnTo>
                    <a:pt x="539534" y="525602"/>
                  </a:lnTo>
                  <a:lnTo>
                    <a:pt x="531215" y="531202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04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19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04"/>
                  </a:lnTo>
                  <a:lnTo>
                    <a:pt x="575906" y="549719"/>
                  </a:lnTo>
                  <a:close/>
                </a:path>
                <a:path w="575944" h="1885314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19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64"/>
                  </a:lnTo>
                  <a:lnTo>
                    <a:pt x="549719" y="314121"/>
                  </a:lnTo>
                  <a:lnTo>
                    <a:pt x="559917" y="312064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575944" h="1885314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19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292"/>
                  </a:lnTo>
                  <a:lnTo>
                    <a:pt x="549719" y="52349"/>
                  </a:lnTo>
                  <a:lnTo>
                    <a:pt x="559917" y="50292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C4E42BE4-E1FC-E81A-70EE-40AB0056AB79}"/>
                </a:ext>
              </a:extLst>
            </p:cNvPr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9F00122D-F344-9900-7669-3C67872589B2}"/>
                </a:ext>
              </a:extLst>
            </p:cNvPr>
            <p:cNvSpPr/>
            <p:nvPr/>
          </p:nvSpPr>
          <p:spPr>
            <a:xfrm>
              <a:off x="10774745" y="5654278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3C75C506-0E34-4B6C-69DB-FB9326A35482}"/>
              </a:ext>
            </a:extLst>
          </p:cNvPr>
          <p:cNvSpPr txBox="1"/>
          <p:nvPr/>
        </p:nvSpPr>
        <p:spPr>
          <a:xfrm>
            <a:off x="12332678" y="5822120"/>
            <a:ext cx="6158865" cy="2512226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spcBef>
                <a:spcPts val="190"/>
              </a:spcBef>
            </a:pP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1 OU N:</a:t>
            </a:r>
            <a:r>
              <a:rPr lang="pt-BR" sz="3200" spc="-20" dirty="0">
                <a:solidFill>
                  <a:srgbClr val="4D4D4D"/>
                </a:solidFill>
                <a:latin typeface="Montserrat"/>
                <a:cs typeface="Montserrat"/>
              </a:rPr>
              <a:t> Define o número máximo e mínimo de vezes que uma entidade (tabela) pode se relacionar com outra.</a:t>
            </a:r>
          </a:p>
          <a:p>
            <a:pPr marL="12700" marR="5080">
              <a:spcBef>
                <a:spcPts val="190"/>
              </a:spcBef>
            </a:pPr>
            <a:endParaRPr lang="pt-BR" sz="3200" spc="-20" dirty="0">
              <a:solidFill>
                <a:srgbClr val="4D4D4D"/>
              </a:solidFill>
              <a:latin typeface="Montserrat"/>
              <a:cs typeface="Montserrat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55809B3B-8293-8984-FAA5-7BB119C68BF2}"/>
              </a:ext>
            </a:extLst>
          </p:cNvPr>
          <p:cNvSpPr txBox="1"/>
          <p:nvPr/>
        </p:nvSpPr>
        <p:spPr>
          <a:xfrm>
            <a:off x="12332678" y="4098774"/>
            <a:ext cx="6158864" cy="11176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spc="15" dirty="0">
                <a:solidFill>
                  <a:srgbClr val="333333"/>
                </a:solidFill>
                <a:latin typeface="Montserrat Light"/>
                <a:cs typeface="Montserrat Light"/>
              </a:rPr>
              <a:t>REPRESENTANDO AS</a:t>
            </a:r>
            <a:endParaRPr lang="pt-BR" sz="3600" b="0" spc="95" dirty="0">
              <a:solidFill>
                <a:srgbClr val="333333"/>
              </a:solidFill>
              <a:latin typeface="Montserrat Light"/>
              <a:cs typeface="Montserrat Light"/>
            </a:endParaRP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CARDINALIDADES.</a:t>
            </a:r>
            <a:endParaRPr lang="pt-BR" sz="3600" dirty="0">
              <a:latin typeface="Montserrat ExtraBold"/>
              <a:cs typeface="Montserrat ExtraBold"/>
            </a:endParaRPr>
          </a:p>
        </p:txBody>
      </p:sp>
      <p:sp>
        <p:nvSpPr>
          <p:cNvPr id="18" name="object 15">
            <a:extLst>
              <a:ext uri="{FF2B5EF4-FFF2-40B4-BE49-F238E27FC236}">
                <a16:creationId xmlns:a16="http://schemas.microsoft.com/office/drawing/2014/main" id="{A19E674E-D2F7-5E34-1756-B39F304254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4" y="984549"/>
            <a:ext cx="14105583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MODELO RELACIONAL</a:t>
            </a:r>
            <a:br>
              <a:rPr lang="pt-BR" sz="4950" b="1" spc="-15" dirty="0">
                <a:latin typeface="Montserrat ExtraBold"/>
                <a:cs typeface="Montserrat ExtraBold"/>
              </a:rPr>
            </a:br>
            <a:r>
              <a:rPr lang="pt-BR" sz="4400" spc="-25" dirty="0">
                <a:latin typeface="Montserrat"/>
                <a:cs typeface="Montserrat ExtraBold"/>
              </a:rPr>
              <a:t>DIAGRAMA ENTIDADE RELACIONAMENTO - DER</a:t>
            </a:r>
            <a:endParaRPr sz="4950" dirty="0">
              <a:latin typeface="Montserrat"/>
              <a:cs typeface="Montserrat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03E5C261-0A5B-C7A6-7BEA-3C728EA0C6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15"/>
          <a:stretch>
            <a:fillRect/>
          </a:stretch>
        </p:blipFill>
        <p:spPr>
          <a:xfrm>
            <a:off x="0" y="3557054"/>
            <a:ext cx="11845930" cy="7591419"/>
          </a:xfrm>
          <a:prstGeom prst="rect">
            <a:avLst/>
          </a:prstGeom>
        </p:spPr>
      </p:pic>
      <p:sp>
        <p:nvSpPr>
          <p:cNvPr id="20" name="Retângulo 19">
            <a:extLst>
              <a:ext uri="{FF2B5EF4-FFF2-40B4-BE49-F238E27FC236}">
                <a16:creationId xmlns:a16="http://schemas.microsoft.com/office/drawing/2014/main" id="{76638805-660D-9E41-CBFB-6F5B10BACC91}"/>
              </a:ext>
            </a:extLst>
          </p:cNvPr>
          <p:cNvSpPr/>
          <p:nvPr/>
        </p:nvSpPr>
        <p:spPr>
          <a:xfrm>
            <a:off x="3066997" y="5822119"/>
            <a:ext cx="548826" cy="67075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BC8096B-2D08-7E47-56C4-80FA8ABF0BF3}"/>
              </a:ext>
            </a:extLst>
          </p:cNvPr>
          <p:cNvSpPr/>
          <p:nvPr/>
        </p:nvSpPr>
        <p:spPr>
          <a:xfrm>
            <a:off x="5099050" y="5685710"/>
            <a:ext cx="548826" cy="67075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5295DF03-39A0-B6F1-BCE9-26A5CC90B734}"/>
              </a:ext>
            </a:extLst>
          </p:cNvPr>
          <p:cNvSpPr/>
          <p:nvPr/>
        </p:nvSpPr>
        <p:spPr>
          <a:xfrm>
            <a:off x="6165850" y="6621682"/>
            <a:ext cx="548826" cy="67075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E98A5235-1210-E38F-3E3F-DA1935053848}"/>
              </a:ext>
            </a:extLst>
          </p:cNvPr>
          <p:cNvSpPr/>
          <p:nvPr/>
        </p:nvSpPr>
        <p:spPr>
          <a:xfrm>
            <a:off x="6318250" y="8784429"/>
            <a:ext cx="548826" cy="67075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56B50E66-57E4-474A-A3E5-9BD9B2D78775}"/>
              </a:ext>
            </a:extLst>
          </p:cNvPr>
          <p:cNvSpPr/>
          <p:nvPr/>
        </p:nvSpPr>
        <p:spPr>
          <a:xfrm>
            <a:off x="6896286" y="9340665"/>
            <a:ext cx="548826" cy="67075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0E8D6076-E180-348C-A08F-1E3E9E91C942}"/>
              </a:ext>
            </a:extLst>
          </p:cNvPr>
          <p:cNvSpPr/>
          <p:nvPr/>
        </p:nvSpPr>
        <p:spPr>
          <a:xfrm>
            <a:off x="9067788" y="8449052"/>
            <a:ext cx="548826" cy="67075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7186961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981529A-CAF1-442E-0593-E5B0AFD6A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EA2BE91A-3CB1-B276-A01C-A4E706C93219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9DF82F2-EA8A-E74E-7849-EC7EE2828F37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401C219-134E-0AD1-3323-631F7750EE5F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9BD046D-629A-4F3A-5EDF-0527858B962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81D60F4-9F1C-16AD-A8C4-5157FB2AC392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5">
            <a:extLst>
              <a:ext uri="{FF2B5EF4-FFF2-40B4-BE49-F238E27FC236}">
                <a16:creationId xmlns:a16="http://schemas.microsoft.com/office/drawing/2014/main" id="{FA0F656C-5100-CEA7-2D15-F64FE2ABEF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4" y="984549"/>
            <a:ext cx="14105583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MODELO RELACIONAL</a:t>
            </a:r>
            <a:br>
              <a:rPr lang="pt-BR" sz="4950" b="1" spc="-15" dirty="0">
                <a:latin typeface="Montserrat ExtraBold"/>
                <a:cs typeface="Montserrat ExtraBold"/>
              </a:rPr>
            </a:br>
            <a:r>
              <a:rPr lang="pt-BR" sz="4400" spc="-25" dirty="0">
                <a:latin typeface="Montserrat"/>
                <a:cs typeface="Montserrat ExtraBold"/>
              </a:rPr>
              <a:t>MER X DER - RECAPTULANDO</a:t>
            </a:r>
            <a:endParaRPr sz="4950" dirty="0">
              <a:latin typeface="Montserrat"/>
              <a:cs typeface="Montserrat"/>
            </a:endParaRPr>
          </a:p>
        </p:txBody>
      </p:sp>
      <p:sp>
        <p:nvSpPr>
          <p:cNvPr id="12" name="object 17">
            <a:extLst>
              <a:ext uri="{FF2B5EF4-FFF2-40B4-BE49-F238E27FC236}">
                <a16:creationId xmlns:a16="http://schemas.microsoft.com/office/drawing/2014/main" id="{5702230D-67B8-0446-67E3-EBA1BA6B21FA}"/>
              </a:ext>
            </a:extLst>
          </p:cNvPr>
          <p:cNvSpPr txBox="1"/>
          <p:nvPr/>
        </p:nvSpPr>
        <p:spPr>
          <a:xfrm>
            <a:off x="12332678" y="3120821"/>
            <a:ext cx="6158864" cy="20329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00800"/>
              </a:lnSpc>
              <a:spcBef>
                <a:spcPts val="90"/>
              </a:spcBef>
            </a:pPr>
            <a:r>
              <a:rPr lang="pt-BR" sz="3600" spc="15" dirty="0">
                <a:solidFill>
                  <a:srgbClr val="333333"/>
                </a:solidFill>
                <a:latin typeface="Montserrat ExtraBold" panose="00000900000000000000" pitchFamily="2" charset="0"/>
                <a:cs typeface="Montserrat Light"/>
              </a:rPr>
              <a:t>D</a:t>
            </a:r>
            <a:r>
              <a:rPr lang="pt-BR" sz="3600" spc="15" dirty="0">
                <a:solidFill>
                  <a:srgbClr val="333333"/>
                </a:solidFill>
                <a:latin typeface="Montserrat Light"/>
                <a:cs typeface="Montserrat Light"/>
              </a:rPr>
              <a:t>IAGRAMA </a:t>
            </a:r>
            <a:r>
              <a:rPr lang="pt-BR" sz="3600" spc="15" dirty="0">
                <a:solidFill>
                  <a:srgbClr val="333333"/>
                </a:solidFill>
                <a:latin typeface="Montserrat ExtraBold" panose="00000900000000000000" pitchFamily="2" charset="0"/>
                <a:cs typeface="Montserrat Light"/>
              </a:rPr>
              <a:t>E</a:t>
            </a:r>
            <a:r>
              <a:rPr lang="pt-BR" sz="3600" spc="15" dirty="0">
                <a:solidFill>
                  <a:srgbClr val="333333"/>
                </a:solidFill>
                <a:latin typeface="Montserrat Light"/>
                <a:cs typeface="Montserrat Light"/>
              </a:rPr>
              <a:t>NTIDADE </a:t>
            </a:r>
            <a:r>
              <a:rPr lang="pt-BR" sz="3600" spc="15" dirty="0">
                <a:solidFill>
                  <a:srgbClr val="333333"/>
                </a:solidFill>
                <a:latin typeface="Montserrat ExtraBold" panose="00000900000000000000" pitchFamily="2" charset="0"/>
                <a:cs typeface="Montserrat Light"/>
              </a:rPr>
              <a:t>R</a:t>
            </a:r>
            <a:r>
              <a:rPr lang="pt-BR" sz="3600" spc="15" dirty="0">
                <a:solidFill>
                  <a:srgbClr val="333333"/>
                </a:solidFill>
                <a:latin typeface="Montserrat Light"/>
                <a:cs typeface="Montserrat Light"/>
              </a:rPr>
              <a:t>ELACIONAMENTO</a:t>
            </a:r>
          </a:p>
          <a:p>
            <a:pPr marL="12700" marR="5080" algn="ctr">
              <a:lnSpc>
                <a:spcPct val="100800"/>
              </a:lnSpc>
              <a:spcBef>
                <a:spcPts val="90"/>
              </a:spcBef>
            </a:pPr>
            <a:r>
              <a:rPr lang="pt-BR" sz="60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DER</a:t>
            </a:r>
            <a:endParaRPr lang="pt-BR" sz="6000" dirty="0">
              <a:latin typeface="Montserrat ExtraBold"/>
              <a:cs typeface="Montserrat ExtraBold"/>
            </a:endParaRPr>
          </a:p>
        </p:txBody>
      </p:sp>
      <p:sp>
        <p:nvSpPr>
          <p:cNvPr id="13" name="object 17">
            <a:extLst>
              <a:ext uri="{FF2B5EF4-FFF2-40B4-BE49-F238E27FC236}">
                <a16:creationId xmlns:a16="http://schemas.microsoft.com/office/drawing/2014/main" id="{765E541A-68E6-3736-5E92-5F25552A38BC}"/>
              </a:ext>
            </a:extLst>
          </p:cNvPr>
          <p:cNvSpPr txBox="1"/>
          <p:nvPr/>
        </p:nvSpPr>
        <p:spPr>
          <a:xfrm>
            <a:off x="1898650" y="3120822"/>
            <a:ext cx="6158864" cy="20329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00800"/>
              </a:lnSpc>
              <a:spcBef>
                <a:spcPts val="90"/>
              </a:spcBef>
            </a:pPr>
            <a:r>
              <a:rPr lang="pt-BR" sz="3600" spc="15" dirty="0">
                <a:solidFill>
                  <a:srgbClr val="333333"/>
                </a:solidFill>
                <a:latin typeface="Montserrat ExtraBold" panose="00000900000000000000" pitchFamily="2" charset="0"/>
                <a:cs typeface="Montserrat Light"/>
              </a:rPr>
              <a:t>M</a:t>
            </a:r>
            <a:r>
              <a:rPr lang="pt-BR" sz="3600" spc="15" dirty="0">
                <a:solidFill>
                  <a:srgbClr val="333333"/>
                </a:solidFill>
                <a:latin typeface="Montserrat Light"/>
                <a:cs typeface="Montserrat Light"/>
              </a:rPr>
              <a:t>ODELO </a:t>
            </a:r>
            <a:r>
              <a:rPr lang="pt-BR" sz="3600" spc="15" dirty="0">
                <a:solidFill>
                  <a:srgbClr val="333333"/>
                </a:solidFill>
                <a:latin typeface="Montserrat ExtraBold" panose="00000900000000000000" pitchFamily="2" charset="0"/>
                <a:cs typeface="Montserrat Light"/>
              </a:rPr>
              <a:t>E</a:t>
            </a:r>
            <a:r>
              <a:rPr lang="pt-BR" sz="3600" spc="15" dirty="0">
                <a:solidFill>
                  <a:srgbClr val="333333"/>
                </a:solidFill>
                <a:latin typeface="Montserrat Light"/>
                <a:cs typeface="Montserrat Light"/>
              </a:rPr>
              <a:t>NTIDADE </a:t>
            </a:r>
            <a:r>
              <a:rPr lang="pt-BR" sz="3600" spc="15" dirty="0">
                <a:solidFill>
                  <a:srgbClr val="333333"/>
                </a:solidFill>
                <a:latin typeface="Montserrat ExtraBold" panose="00000900000000000000" pitchFamily="2" charset="0"/>
                <a:cs typeface="Montserrat Light"/>
              </a:rPr>
              <a:t>R</a:t>
            </a:r>
            <a:r>
              <a:rPr lang="pt-BR" sz="3600" spc="15" dirty="0">
                <a:solidFill>
                  <a:srgbClr val="333333"/>
                </a:solidFill>
                <a:latin typeface="Montserrat Light"/>
                <a:cs typeface="Montserrat Light"/>
              </a:rPr>
              <a:t>ELACIONAMENTO</a:t>
            </a:r>
          </a:p>
          <a:p>
            <a:pPr marL="12700" marR="5080" algn="ctr">
              <a:lnSpc>
                <a:spcPct val="100800"/>
              </a:lnSpc>
              <a:spcBef>
                <a:spcPts val="90"/>
              </a:spcBef>
            </a:pPr>
            <a:r>
              <a:rPr lang="pt-BR" sz="60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MER</a:t>
            </a:r>
            <a:endParaRPr lang="pt-BR" sz="6000" dirty="0">
              <a:latin typeface="Montserrat ExtraBold"/>
              <a:cs typeface="Montserrat ExtraBold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52296609-3FCB-2ECF-E364-2CC5B2D4F4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5" t="14396" r="75086" b="46829"/>
          <a:stretch>
            <a:fillRect/>
          </a:stretch>
        </p:blipFill>
        <p:spPr>
          <a:xfrm>
            <a:off x="3720782" y="5153750"/>
            <a:ext cx="2514599" cy="3352800"/>
          </a:xfrm>
          <a:prstGeom prst="rect">
            <a:avLst/>
          </a:prstGeom>
        </p:spPr>
      </p:pic>
      <p:sp>
        <p:nvSpPr>
          <p:cNvPr id="17" name="object 16">
            <a:extLst>
              <a:ext uri="{FF2B5EF4-FFF2-40B4-BE49-F238E27FC236}">
                <a16:creationId xmlns:a16="http://schemas.microsoft.com/office/drawing/2014/main" id="{6165CF47-1988-C5A1-F2C0-F00B9F3161AE}"/>
              </a:ext>
            </a:extLst>
          </p:cNvPr>
          <p:cNvSpPr txBox="1"/>
          <p:nvPr/>
        </p:nvSpPr>
        <p:spPr>
          <a:xfrm>
            <a:off x="3117850" y="8951601"/>
            <a:ext cx="3862804" cy="1009251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 algn="ctr">
              <a:spcBef>
                <a:spcPts val="190"/>
              </a:spcBef>
            </a:pP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Conceito Lógico (Ideia)</a:t>
            </a:r>
            <a:endParaRPr lang="pt-BR" sz="3200" spc="-20" dirty="0">
              <a:solidFill>
                <a:srgbClr val="4D4D4D"/>
              </a:solidFill>
              <a:latin typeface="Montserrat"/>
              <a:cs typeface="Montserrat"/>
            </a:endParaRP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C7829DCC-FC63-B3C0-E539-BFED1A2E19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21" r="72627" b="24360"/>
          <a:stretch>
            <a:fillRect/>
          </a:stretch>
        </p:blipFill>
        <p:spPr>
          <a:xfrm>
            <a:off x="14361128" y="5153750"/>
            <a:ext cx="2101963" cy="3228555"/>
          </a:xfrm>
          <a:prstGeom prst="rect">
            <a:avLst/>
          </a:prstGeom>
        </p:spPr>
      </p:pic>
      <p:sp>
        <p:nvSpPr>
          <p:cNvPr id="20" name="object 16">
            <a:extLst>
              <a:ext uri="{FF2B5EF4-FFF2-40B4-BE49-F238E27FC236}">
                <a16:creationId xmlns:a16="http://schemas.microsoft.com/office/drawing/2014/main" id="{E263248E-1647-F74C-1863-49AA505B414A}"/>
              </a:ext>
            </a:extLst>
          </p:cNvPr>
          <p:cNvSpPr txBox="1"/>
          <p:nvPr/>
        </p:nvSpPr>
        <p:spPr>
          <a:xfrm>
            <a:off x="13480707" y="8757647"/>
            <a:ext cx="3862804" cy="1501693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 algn="ctr">
              <a:spcBef>
                <a:spcPts val="190"/>
              </a:spcBef>
            </a:pPr>
            <a:r>
              <a:rPr lang="pt-BR" sz="3200" b="1" spc="-20" dirty="0">
                <a:solidFill>
                  <a:srgbClr val="4D4D4D"/>
                </a:solidFill>
                <a:latin typeface="Montserrat"/>
                <a:cs typeface="Montserrat"/>
              </a:rPr>
              <a:t>Desenho (Representação Gráfica)</a:t>
            </a:r>
            <a:endParaRPr lang="pt-BR" sz="3200" spc="-20" dirty="0">
              <a:solidFill>
                <a:srgbClr val="4D4D4D"/>
              </a:solidFill>
              <a:latin typeface="Montserrat"/>
              <a:cs typeface="Montserrat"/>
            </a:endParaRPr>
          </a:p>
        </p:txBody>
      </p:sp>
      <p:sp>
        <p:nvSpPr>
          <p:cNvPr id="21" name="object 17">
            <a:extLst>
              <a:ext uri="{FF2B5EF4-FFF2-40B4-BE49-F238E27FC236}">
                <a16:creationId xmlns:a16="http://schemas.microsoft.com/office/drawing/2014/main" id="{CA66C9DD-6E55-A961-B1BF-6C7E13506D00}"/>
              </a:ext>
            </a:extLst>
          </p:cNvPr>
          <p:cNvSpPr txBox="1"/>
          <p:nvPr/>
        </p:nvSpPr>
        <p:spPr>
          <a:xfrm>
            <a:off x="7359609" y="5844430"/>
            <a:ext cx="6158864" cy="296190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00800"/>
              </a:lnSpc>
              <a:spcBef>
                <a:spcPts val="90"/>
              </a:spcBef>
            </a:pPr>
            <a:r>
              <a:rPr lang="pt-BR" sz="199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X</a:t>
            </a:r>
            <a:endParaRPr lang="pt-BR" sz="19900" dirty="0">
              <a:latin typeface="Montserrat ExtraBold"/>
              <a:cs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05399798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C1C1FFBC5B64943BE6D3064162973C9" ma:contentTypeVersion="13" ma:contentTypeDescription="Crie um novo documento." ma:contentTypeScope="" ma:versionID="40fa6b34c81f3a289ccbc7b1e1965271">
  <xsd:schema xmlns:xsd="http://www.w3.org/2001/XMLSchema" xmlns:xs="http://www.w3.org/2001/XMLSchema" xmlns:p="http://schemas.microsoft.com/office/2006/metadata/properties" xmlns:ns2="2bd5af90-2c43-4f56-be08-340e2f91aafd" xmlns:ns3="b9c37b37-d0ad-42a5-892e-3cb8fae6311e" targetNamespace="http://schemas.microsoft.com/office/2006/metadata/properties" ma:root="true" ma:fieldsID="8fc80ff9e100d70d9cbefb719233993e" ns2:_="" ns3:_="">
    <xsd:import namespace="2bd5af90-2c43-4f56-be08-340e2f91aafd"/>
    <xsd:import namespace="b9c37b37-d0ad-42a5-892e-3cb8fae631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d5af90-2c43-4f56-be08-340e2f91aa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c37b37-d0ad-42a5-892e-3cb8fae6311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F35E67-04E6-4922-B19E-6681FBF95D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AA42D19-56A1-4D0B-AB84-67451006DC5A}">
  <ds:schemaRefs>
    <ds:schemaRef ds:uri="http://www.w3.org/XML/1998/namespace"/>
    <ds:schemaRef ds:uri="http://schemas.microsoft.com/office/2006/documentManagement/types"/>
    <ds:schemaRef ds:uri="b9c37b37-d0ad-42a5-892e-3cb8fae6311e"/>
    <ds:schemaRef ds:uri="http://schemas.microsoft.com/office/2006/metadata/properties"/>
    <ds:schemaRef ds:uri="http://schemas.microsoft.com/office/infopath/2007/PartnerControls"/>
    <ds:schemaRef ds:uri="2bd5af90-2c43-4f56-be08-340e2f91aafd"/>
    <ds:schemaRef ds:uri="http://schemas.openxmlformats.org/package/2006/metadata/core-properties"/>
    <ds:schemaRef ds:uri="http://purl.org/dc/elements/1.1/"/>
    <ds:schemaRef ds:uri="http://purl.org/dc/terms/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DE43EA8-E4F7-4FB4-A903-CFCDB99F07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d5af90-2c43-4f56-be08-340e2f91aafd"/>
    <ds:schemaRef ds:uri="b9c37b37-d0ad-42a5-892e-3cb8fae631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1267</TotalTime>
  <Words>670</Words>
  <Application>Microsoft Office PowerPoint</Application>
  <PresentationFormat>Personalizar</PresentationFormat>
  <Paragraphs>104</Paragraphs>
  <Slides>24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1" baseType="lpstr">
      <vt:lpstr>Arial</vt:lpstr>
      <vt:lpstr>Montserrat Light</vt:lpstr>
      <vt:lpstr>Montserrat</vt:lpstr>
      <vt:lpstr>Montserrat ExtraBold</vt:lpstr>
      <vt:lpstr>Aptos</vt:lpstr>
      <vt:lpstr>Calibri</vt:lpstr>
      <vt:lpstr>Office Theme</vt:lpstr>
      <vt:lpstr>MODELO RELACIONAL</vt:lpstr>
      <vt:lpstr>MODELO RELACIONAL Qual a definição?</vt:lpstr>
      <vt:lpstr>MODELO RELACIONAL Mas a final, o que é uma tabela?</vt:lpstr>
      <vt:lpstr>MODELO RELACIONAL Exemplo de Tabela</vt:lpstr>
      <vt:lpstr>MODELO RELACIONAL Definição</vt:lpstr>
      <vt:lpstr>MODELO RELACIONAL Definição</vt:lpstr>
      <vt:lpstr>DICIONÁRIO DE DADOS</vt:lpstr>
      <vt:lpstr>MODELO RELACIONAL DICIONÁRIO DE DADOS</vt:lpstr>
      <vt:lpstr>MODELO ENTIDADE RELACIONAMENTO MER</vt:lpstr>
      <vt:lpstr>MODELO RELACIONAL MODELO ENTIDADE RELACIONAMENTO - MER</vt:lpstr>
      <vt:lpstr>MODELO RELACIONAL MODELO ENTIDADE RELACIONAMENTO - MER</vt:lpstr>
      <vt:lpstr>MODELO RELACIONAL MODELO ENTIDADE RELACIONAMENTO - MER</vt:lpstr>
      <vt:lpstr>MODELO RELACIONAL MODELO ENTIDADE RELACIONAMENTO - MER</vt:lpstr>
      <vt:lpstr>MODELO RELACIONAL MODELO ENTIDADE RELACIONAMENTO - MER</vt:lpstr>
      <vt:lpstr>MODELO RELACIONAL MODELO ENTIDADE RELACIONAMENTO - MER</vt:lpstr>
      <vt:lpstr>DIAGRAMA ENTIDADE RELACIONAMENTO DER</vt:lpstr>
      <vt:lpstr>MODELO RELACIONAL DIAGRAMA ENTIDADE RELACIONAMENTO - DER</vt:lpstr>
      <vt:lpstr>MODELO RELACIONAL DIAGRAMA ENTIDADE RELACIONAMENTO - DER</vt:lpstr>
      <vt:lpstr>MODELO RELACIONAL DIAGRAMA ENTIDADE RELACIONAMENTO - DER</vt:lpstr>
      <vt:lpstr>MODELO RELACIONAL DIAGRAMA ENTIDADE RELACIONAMENTO - DER</vt:lpstr>
      <vt:lpstr>MODELO RELACIONAL DIAGRAMA ENTIDADE RELACIONAMENTO - DER</vt:lpstr>
      <vt:lpstr>MODELO RELACIONAL DIAGRAMA ENTIDADE RELACIONAMENTO - DER</vt:lpstr>
      <vt:lpstr>MODELO RELACIONAL DIAGRAMA ENTIDADE RELACIONAMENTO - DER</vt:lpstr>
      <vt:lpstr>MODELO RELACIONAL MER X DER - RECAPTULANDO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template_ppt_senaisp</dc:title>
  <dc:creator>carlos</dc:creator>
  <cp:lastModifiedBy>Instrutor</cp:lastModifiedBy>
  <cp:revision>180</cp:revision>
  <dcterms:created xsi:type="dcterms:W3CDTF">2021-08-24T16:20:14Z</dcterms:created>
  <dcterms:modified xsi:type="dcterms:W3CDTF">2026-08-19T17:30:58Z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2021-08-24T00:00:00Z</vt:filetime>
  </property>
  <property fmtid="{D5CDD505-2E9C-101B-9397-08002B2CF9AE}" pid="3" name="Creator">
    <vt:lpwstr>Adobe Illustrator 25.2 (Windows)</vt:lpwstr>
  </property>
  <property fmtid="{D5CDD505-2E9C-101B-9397-08002B2CF9AE}" pid="4" name="LastSaved">
    <vt:filetime>2021-08-24T00:00:00Z</vt:filetime>
  </property>
  <property fmtid="{D5CDD505-2E9C-101B-9397-08002B2CF9AE}" pid="5" name="ContentTypeId">
    <vt:lpwstr>0x0101001C1C1FFBC5B64943BE6D3064162973C9</vt:lpwstr>
  </property>
</Properties>
</file>