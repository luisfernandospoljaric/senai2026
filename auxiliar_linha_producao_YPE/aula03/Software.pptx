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25"/>
  </p:notesMasterIdLst>
  <p:sldIdLst>
    <p:sldId id="278" r:id="rId5"/>
    <p:sldId id="1450" r:id="rId6"/>
    <p:sldId id="1351" r:id="rId7"/>
    <p:sldId id="1385" r:id="rId8"/>
    <p:sldId id="1436" r:id="rId9"/>
    <p:sldId id="1437" r:id="rId10"/>
    <p:sldId id="1439" r:id="rId11"/>
    <p:sldId id="1445" r:id="rId12"/>
    <p:sldId id="1376" r:id="rId13"/>
    <p:sldId id="1441" r:id="rId14"/>
    <p:sldId id="1442" r:id="rId15"/>
    <p:sldId id="1443" r:id="rId16"/>
    <p:sldId id="1444" r:id="rId17"/>
    <p:sldId id="1454" r:id="rId18"/>
    <p:sldId id="1455" r:id="rId19"/>
    <p:sldId id="1456" r:id="rId20"/>
    <p:sldId id="1433" r:id="rId21"/>
    <p:sldId id="1457" r:id="rId22"/>
    <p:sldId id="1458" r:id="rId23"/>
    <p:sldId id="1383" r:id="rId24"/>
  </p:sldIdLst>
  <p:sldSz cx="20104100" cy="11309350"/>
  <p:notesSz cx="20104100" cy="1130935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ExtraBold" panose="00000900000000000000" pitchFamily="2" charset="0"/>
      <p:bold r:id="rId30"/>
      <p:boldItalic r:id="rId31"/>
    </p:embeddedFont>
    <p:embeddedFont>
      <p:font typeface="Montserrat Light" panose="00000400000000000000" pitchFamily="2" charset="0"/>
      <p:regular r:id="rId32"/>
      <p: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54A-C34A-35EC-3E7D-724C5EAB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1480F-5A81-ACFC-B078-2872CB3E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8812EB-DB00-A9C0-FD68-416E88899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060B7B-3235-9738-7AEE-F18198BD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32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65CA-8A95-5777-E06A-DF2FC9B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9866C5-3215-8304-F9AD-BDE5A346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7C65C1-A0C7-DF66-C174-FBAA21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027C3-E207-5FB4-B86B-3B6C5A56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61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DE79-3E8B-0FBF-830C-C9BEC503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5C4BB8-82D6-C17F-DC3D-4C031FA1C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B38368-69D4-DC2A-F71E-76FCFEE4F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D5109B-0F87-28CF-AB16-6E845DCEF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408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00BD-0318-577B-5902-F77A068F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152998-EFA5-C7F4-1B73-22ACA4276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5C5C0D-345B-D63B-57EC-1358B93A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9B7E8F-27A8-2FFB-8189-AA620E145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002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3998-C9A0-242A-33CD-83005FED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C0767F-C11F-D4AE-F815-4129B8A53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9E21A6-3D1C-FCBB-44C7-9E3875EB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26B84B-CAE1-CC8E-4D1C-F40CD105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921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488F-2724-4EE0-A98C-A13009AC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BA646D-BFDA-7B94-A185-35F40F926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0E0A14-E8EA-95FE-04B6-3E6EDF84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2606D5-E12E-9EB4-237A-8FE709DAB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888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2C4A-F278-233F-05FC-BB7FDA7B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1E6979-C6F3-C74E-57D6-5398EE5F3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095B2E-4AF7-AC20-9598-C88A5BB1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D9EED2-358E-EB0B-8B57-BDFB858B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37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3A3D-D491-29F0-EDB1-BFD0ACC8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FF7302-A106-E3EA-E3AF-B9E4FE630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DAD5E7-6AF5-8F50-6DBC-B839C6C8D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3185C6-7FAE-724C-0826-305613A5F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898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320-9E11-F43C-D393-77ED3DE6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D2AC2E-349A-E4F4-1925-F78220CB5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91935-AB7F-0E47-6B60-0F3638F5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97171-5135-CCE5-D519-A674A1BC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99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5E24-A164-5C44-9F60-5F52A8CA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21FCCA-BBDE-9B19-BFF7-525B96706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896965-7C6B-E911-9CAC-2CC85D1A5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1FFD3D-3377-71EA-F5F1-2630E96CA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198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CD342-B102-7572-3E74-B2B97600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715761-B555-157D-01C6-64943DD1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7B6D84-10CD-5176-5281-465BF65B0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1D632C-903D-2B3F-7B8F-AECA14F52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937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Técnico em ADM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Softwares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Melhores livros de lógica de programação de iniciante a avançado">
            <a:extLst>
              <a:ext uri="{FF2B5EF4-FFF2-40B4-BE49-F238E27FC236}">
                <a16:creationId xmlns:a16="http://schemas.microsoft.com/office/drawing/2014/main" id="{95905678-A3DD-5E2C-F91B-B13AB7E0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333" y="2714062"/>
            <a:ext cx="9829800" cy="737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2474" y="1105314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que é Software??	</a:t>
            </a:r>
          </a:p>
          <a:p>
            <a:endParaRPr lang="pt-BR" sz="4000" b="1" dirty="0"/>
          </a:p>
          <a:p>
            <a:r>
              <a:rPr lang="pt-BR" sz="4000" b="1" dirty="0"/>
              <a:t>	Software é a parte lógica do computador.</a:t>
            </a:r>
          </a:p>
          <a:p>
            <a:br>
              <a:rPr lang="pt-BR" sz="4000" dirty="0"/>
            </a:br>
            <a:r>
              <a:rPr lang="pt-BR" sz="4000" dirty="0"/>
              <a:t>São os programas, aplicativos e sistemas que dizem ao hardware o que fazer.</a:t>
            </a:r>
          </a:p>
          <a:p>
            <a:endParaRPr lang="pt-BR" sz="4000" dirty="0"/>
          </a:p>
          <a:p>
            <a:r>
              <a:rPr lang="pt-BR" sz="4000" dirty="0"/>
              <a:t>	Se o </a:t>
            </a:r>
            <a:r>
              <a:rPr lang="pt-BR" sz="4000" b="1" dirty="0"/>
              <a:t>hardware</a:t>
            </a:r>
            <a:r>
              <a:rPr lang="pt-BR" sz="4000" dirty="0"/>
              <a:t> é o corpo do computador, o </a:t>
            </a:r>
            <a:r>
              <a:rPr lang="pt-BR" sz="4000" b="1" dirty="0"/>
              <a:t>software</a:t>
            </a:r>
            <a:r>
              <a:rPr lang="pt-BR" sz="4000" dirty="0"/>
              <a:t> é o cérebro.</a:t>
            </a:r>
          </a:p>
          <a:p>
            <a:endParaRPr lang="pt-BR" sz="4000" dirty="0"/>
          </a:p>
          <a:p>
            <a:r>
              <a:rPr lang="pt-BR" sz="4000" dirty="0"/>
              <a:t>Sem software, o computador é apenas um conjunto de peças eletrônicas.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Sistema.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Aplicação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Programação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r>
              <a:rPr lang="pt-BR" sz="4000" dirty="0"/>
              <a:t>Quais a diferenças?</a:t>
            </a: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52C9B495-1408-1673-1FEE-D0EBC4BCC192}"/>
              </a:ext>
            </a:extLst>
          </p:cNvPr>
          <p:cNvSpPr txBox="1">
            <a:spLocks/>
          </p:cNvSpPr>
          <p:nvPr/>
        </p:nvSpPr>
        <p:spPr>
          <a:xfrm>
            <a:off x="1522208" y="1610836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Tipos de Softwares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 de sistema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responsáveis por </a:t>
            </a:r>
            <a:r>
              <a:rPr lang="pt-BR" sz="4000" b="1" dirty="0"/>
              <a:t>controlar o hardware e permitir que o usuário utilize o computador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Drivers de impressora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BIOS/UEFI</a:t>
            </a:r>
          </a:p>
          <a:p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E37AE3-0535-899F-E654-DAF315F80C7D}"/>
              </a:ext>
            </a:extLst>
          </p:cNvPr>
          <p:cNvSpPr txBox="1"/>
          <p:nvPr/>
        </p:nvSpPr>
        <p:spPr>
          <a:xfrm>
            <a:off x="9366250" y="4995941"/>
            <a:ext cx="11277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Gerenciar memória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processador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Administrar arquivos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dispositivos (mouse, teclado, impressora)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👉 O principal software de sistema é o </a:t>
            </a:r>
            <a:r>
              <a:rPr lang="pt-BR" sz="4000" b="1" dirty="0"/>
              <a:t>Sistema Operacional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 de Aplicação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A60819-CE8B-7619-F5C7-D574835E354D}"/>
              </a:ext>
            </a:extLst>
          </p:cNvPr>
          <p:cNvSpPr txBox="1"/>
          <p:nvPr/>
        </p:nvSpPr>
        <p:spPr>
          <a:xfrm>
            <a:off x="1526491" y="3063875"/>
            <a:ext cx="16911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São programas usados pelo usuário para realizar tarefas específicas.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13D283-5932-E27E-6E00-DCEB6B5E2AEC}"/>
              </a:ext>
            </a:extLst>
          </p:cNvPr>
          <p:cNvSpPr txBox="1"/>
          <p:nvPr/>
        </p:nvSpPr>
        <p:spPr>
          <a:xfrm>
            <a:off x="1562474" y="4259700"/>
            <a:ext cx="5105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Excel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Google Chrome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Photoshop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WhatsApp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Spotify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Sistemas bancários</a:t>
            </a:r>
          </a:p>
          <a:p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9896209" y="4259700"/>
            <a:ext cx="708003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Produção de texto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Navegação na internet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Comunicação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Edição de imagens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Jogos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 de Programação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074EF4-7CAB-B483-6E28-AFADAA8A1189}"/>
              </a:ext>
            </a:extLst>
          </p:cNvPr>
          <p:cNvSpPr txBox="1"/>
          <p:nvPr/>
        </p:nvSpPr>
        <p:spPr>
          <a:xfrm>
            <a:off x="1526491" y="3063875"/>
            <a:ext cx="1691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São utilizados para criar outros softwares.</a:t>
            </a:r>
            <a:endParaRPr lang="pt-BR" sz="4400" dirty="0"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526491" y="4732596"/>
            <a:ext cx="75349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Visual Studio </a:t>
            </a:r>
            <a:r>
              <a:rPr lang="pt-BR" sz="4000" dirty="0" err="1"/>
              <a:t>Code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PyCharm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Eclipse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Compiladores (GCC)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Interpretadores (Python)</a:t>
            </a:r>
          </a:p>
          <a:p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34F243-0FAA-08F6-2810-96A6EA6E08A8}"/>
              </a:ext>
            </a:extLst>
          </p:cNvPr>
          <p:cNvSpPr txBox="1"/>
          <p:nvPr/>
        </p:nvSpPr>
        <p:spPr>
          <a:xfrm>
            <a:off x="10585450" y="4732596"/>
            <a:ext cx="75349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Desenvolver programas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Criar aplicativos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Desenvolver sistemas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2BDF-731E-8384-C96F-B683068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1F49C39-B26F-1916-E23C-53F93C3F07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829799-90D3-ECE0-61D4-58DAC689DF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24D621-A0C9-F36F-59C2-7D762EB82EF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6CA1DE-B624-7988-9395-E9F9FD5AFC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C8175D-10AE-2599-5DC1-90698FFC6FD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C099FE-2F8F-B26D-8373-E4D614D28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074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Compilada X Interpretada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B6DE72-26B5-6B55-EF04-364B0515A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08623"/>
              </p:ext>
            </p:extLst>
          </p:nvPr>
        </p:nvGraphicFramePr>
        <p:xfrm>
          <a:off x="1822450" y="3444876"/>
          <a:ext cx="16764000" cy="653937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519436">
                  <a:extLst>
                    <a:ext uri="{9D8B030D-6E8A-4147-A177-3AD203B41FA5}">
                      <a16:colId xmlns:a16="http://schemas.microsoft.com/office/drawing/2014/main" val="2964530525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301347749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820631956"/>
                    </a:ext>
                  </a:extLst>
                </a:gridCol>
              </a:tblGrid>
              <a:tr h="1117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Compilada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 dirty="0"/>
                        <a:t>Interpretada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345793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Velocidade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Menor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57691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Flexibilidade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013860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Facilidade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377249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Depuração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difícil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fácil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982556"/>
                  </a:ext>
                </a:extLst>
              </a:tr>
              <a:tr h="95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Exemplo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C, 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Python, 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85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33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EM RESUMO:</a:t>
            </a:r>
          </a:p>
        </p:txBody>
      </p:sp>
      <p:pic>
        <p:nvPicPr>
          <p:cNvPr id="35" name="Imagem 3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0F57094-7820-AFF4-4549-6BE9AF5A6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37" y="4392744"/>
            <a:ext cx="14113426" cy="423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1722-E55B-DBD8-20C1-64CE351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CF6692-F033-A689-08A3-E5BBE84144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FB69EC-AE15-18B1-9040-955F55A1300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74B2FB-24B9-FDE1-89C3-594375147C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80F8C67-CCA2-7DA8-6BB1-BCCC7DC94D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926827-D644-80F1-7015-05B1ABAAAE4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B1365C-5261-9880-30D8-5B7493F7A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Sistemas Operacionais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2CEDAD-519D-6759-B271-ACE000A7020B}"/>
              </a:ext>
            </a:extLst>
          </p:cNvPr>
          <p:cNvSpPr txBox="1"/>
          <p:nvPr/>
        </p:nvSpPr>
        <p:spPr>
          <a:xfrm>
            <a:off x="1526491" y="306387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o </a:t>
            </a:r>
            <a:r>
              <a:rPr lang="pt-BR" sz="4000" b="1" dirty="0"/>
              <a:t>principal software do computador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Ele funciona como um </a:t>
            </a:r>
            <a:r>
              <a:rPr lang="pt-BR" sz="4000" b="1" dirty="0"/>
              <a:t>intermediário entre o hardware e o usuário</a:t>
            </a:r>
            <a:r>
              <a:rPr lang="pt-BR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Ele é responsável por: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Gerenciar memória 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o processador (CPU)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Organizar arquivos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dispositivos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Executar programas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14022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0002-E94D-5E82-1F69-99CB6B93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A7DAD4-36B2-3164-68F1-92199163041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5AF6D5-0DC8-8D05-7D87-4736BAEF3D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E845A-36CD-B8E9-8F03-2B67B70B84B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8824D4-6421-331C-AD02-943F89E9374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6D8624-3E0A-A951-EED5-3143C7ECAE9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79A315-9C53-55A7-4251-14558DBFA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Sistemas operacionais: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E5A07-1014-88FE-EF2C-260417C76C0C}"/>
              </a:ext>
            </a:extLst>
          </p:cNvPr>
          <p:cNvSpPr txBox="1"/>
          <p:nvPr/>
        </p:nvSpPr>
        <p:spPr>
          <a:xfrm>
            <a:off x="1526490" y="2682875"/>
            <a:ext cx="1698376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Como funciona na prática??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b="1" dirty="0"/>
          </a:p>
          <a:p>
            <a:r>
              <a:rPr lang="pt-BR" sz="4000" dirty="0"/>
              <a:t>Quando você clica em um programa: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O Sistema Operacional recebe o comando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Aloca memória RAM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Envia instruções ao processador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Mostra o resultado na tela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r>
              <a:rPr lang="pt-BR" sz="4000" dirty="0"/>
              <a:t>Tudo passa pelo sistema operacional.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11874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AB4C-EF2E-A4DE-D402-27DCECE0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CF29-2D8E-907F-F1E8-8F6A3279F1D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528264-E332-8D87-D63D-DC233908F60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3793B9-3316-078B-CB58-81A8B429609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B26C5B-BA35-062C-5146-2108678F0DC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43227F-F82A-D800-644E-CD72D699DF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660E14-4978-E3F0-34C6-3BA6E146E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Principais sistemas operacionais: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E4005F-86D1-0F2C-75B4-DD4E72D64930}"/>
              </a:ext>
            </a:extLst>
          </p:cNvPr>
          <p:cNvSpPr txBox="1"/>
          <p:nvPr/>
        </p:nvSpPr>
        <p:spPr>
          <a:xfrm>
            <a:off x="1670050" y="4206875"/>
            <a:ext cx="9372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Para Computadores (Desktop/Notebook)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  <a:p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1B6C50-810C-7C8E-5944-57B8A37B82DD}"/>
              </a:ext>
            </a:extLst>
          </p:cNvPr>
          <p:cNvSpPr txBox="1"/>
          <p:nvPr/>
        </p:nvSpPr>
        <p:spPr>
          <a:xfrm>
            <a:off x="11195050" y="6401910"/>
            <a:ext cx="81470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Para Dispositivos Mobile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44545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1B4D-C89F-7E26-4C4D-16A9D68F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7E7C128-F6BF-6D8A-970A-1B5646A64C1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14D3832-F3B4-BCD6-D522-8CFD82D775C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3676F0-46A5-FC69-4CFC-38186EF77D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312A3DD-012B-BB25-7106-9CA3281A852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7FC369-23C2-0E51-779E-C71167B5F2F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B64169-C6AC-9809-B4DE-9FFD201ED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Sistemas operacionais para estação de trabalho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691F8C-D3F7-B013-A0CB-EF867F72CCE3}"/>
              </a:ext>
            </a:extLst>
          </p:cNvPr>
          <p:cNvSpPr txBox="1"/>
          <p:nvPr/>
        </p:nvSpPr>
        <p:spPr>
          <a:xfrm>
            <a:off x="1047088" y="3902075"/>
            <a:ext cx="169837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que é Estação de Trabalho?</a:t>
            </a:r>
          </a:p>
          <a:p>
            <a:endParaRPr lang="pt-BR" sz="4000" b="1" dirty="0"/>
          </a:p>
          <a:p>
            <a:r>
              <a:rPr lang="pt-BR" sz="4000" dirty="0"/>
              <a:t>	É um computador voltado para uso profissional ou pessoal fixo.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escritório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desenvolvedores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design gráfico</a:t>
            </a:r>
          </a:p>
        </p:txBody>
      </p:sp>
    </p:spTree>
    <p:extLst>
      <p:ext uri="{BB962C8B-B14F-4D97-AF65-F5344CB8AC3E}">
        <p14:creationId xmlns:p14="http://schemas.microsoft.com/office/powerpoint/2010/main" val="102462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464D-6F06-072C-3771-1F9F8766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22CB8A6-2105-AACE-36A3-A11297F85A7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D9934F-E8E8-0327-3280-0BA112E718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F1E8F3-403A-7DA1-1B5B-9CD02A9BC84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5FE999-0E1E-B750-E95F-D6F15F37C41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F3E30BC-3C1E-8682-04EB-4E0D37EE504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29CB12-BDA7-9C20-52A1-65D83DAD6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Características do S.O para estações de trabalho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C684C0-3B60-8651-5EF5-C565A6A16D3C}"/>
              </a:ext>
            </a:extLst>
          </p:cNvPr>
          <p:cNvSpPr txBox="1"/>
          <p:nvPr/>
        </p:nvSpPr>
        <p:spPr>
          <a:xfrm>
            <a:off x="1047088" y="4024630"/>
            <a:ext cx="107575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Interface completa:</a:t>
            </a:r>
          </a:p>
          <a:p>
            <a:br>
              <a:rPr lang="pt-BR" sz="4000" dirty="0"/>
            </a:br>
            <a:r>
              <a:rPr lang="pt-BR" sz="4000" dirty="0"/>
              <a:t>- Suporte a múltiplos programas simultaneamente</a:t>
            </a:r>
          </a:p>
          <a:p>
            <a:r>
              <a:rPr lang="pt-BR" sz="4000" dirty="0"/>
              <a:t>- Maior poder de processamento</a:t>
            </a:r>
            <a:br>
              <a:rPr lang="pt-BR" sz="4000" dirty="0"/>
            </a:br>
            <a:r>
              <a:rPr lang="pt-BR" sz="4000" dirty="0"/>
              <a:t>- Sistema de arquivos mais complexo</a:t>
            </a:r>
            <a:br>
              <a:rPr lang="pt-BR" sz="4000" dirty="0"/>
            </a:br>
            <a:r>
              <a:rPr lang="pt-BR" sz="4000" dirty="0"/>
              <a:t>- Suporte a periféricos variados</a:t>
            </a:r>
            <a:br>
              <a:rPr lang="pt-BR" sz="4000" dirty="0"/>
            </a:br>
            <a:r>
              <a:rPr lang="pt-BR" sz="4000" dirty="0"/>
              <a:t>- Atualizações mais pesadas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C1E804-3AD3-D2A2-78BB-F8B1F2CBB753}"/>
              </a:ext>
            </a:extLst>
          </p:cNvPr>
          <p:cNvSpPr txBox="1"/>
          <p:nvPr/>
        </p:nvSpPr>
        <p:spPr>
          <a:xfrm>
            <a:off x="13633450" y="4377402"/>
            <a:ext cx="5562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 11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Ubuntu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0138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BA09-1E57-BAB7-5C06-16629A92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16591C3-BD3E-3A4E-8636-73F7827FFFA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58075E-FA6F-8E70-7E19-D2D6331B3DE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E14E9F-FFF7-5D92-FBE9-08E55038DEC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8C074B3-4E40-9F7F-CCEE-1422A477127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FF552CD-7845-616C-1A14-30570A6D02B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660452-86D9-FC85-2414-170AAD975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Sistemas operacionais mobile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9DB0B7-E6AB-3FDD-D228-8AA228D9BC7B}"/>
              </a:ext>
            </a:extLst>
          </p:cNvPr>
          <p:cNvSpPr txBox="1"/>
          <p:nvPr/>
        </p:nvSpPr>
        <p:spPr>
          <a:xfrm>
            <a:off x="1047088" y="3363242"/>
            <a:ext cx="107575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Sistema operacional desenvolvido para: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Smartphones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Tablets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Smartwatches</a:t>
            </a:r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095699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70FD-F51F-AB73-E33B-552DB0FF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FF4F1E5-9A94-C0E8-93D1-18233196210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D6A494-1A6B-A49A-A10F-B821D34773E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BE92133-F737-7568-F166-0B08DA81F22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8261E31-7BC1-AD7F-FA39-961C0AD7A5F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A79E1F-EBC0-7B08-46FD-AE7C65A54E9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C53BDF-6089-B386-D056-FBC7F35C5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Características do S.O Mobile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A937DF-A5CD-6A28-A10E-7B64C1B9BC9C}"/>
              </a:ext>
            </a:extLst>
          </p:cNvPr>
          <p:cNvSpPr txBox="1"/>
          <p:nvPr/>
        </p:nvSpPr>
        <p:spPr>
          <a:xfrm>
            <a:off x="1526490" y="3063875"/>
            <a:ext cx="8220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Características do SO Mobile: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Interface </a:t>
            </a:r>
            <a:r>
              <a:rPr lang="pt-BR" sz="4000" dirty="0" err="1"/>
              <a:t>touch</a:t>
            </a:r>
            <a:r>
              <a:rPr lang="pt-BR" sz="4000" dirty="0"/>
              <a:t> (toque)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Otimizado para bateria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 leves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 mais restrito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mais controlada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Permissões por aplicativo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053BE0-00E6-63F4-F15C-D7E65CFC83AA}"/>
              </a:ext>
            </a:extLst>
          </p:cNvPr>
          <p:cNvSpPr txBox="1"/>
          <p:nvPr/>
        </p:nvSpPr>
        <p:spPr>
          <a:xfrm>
            <a:off x="10966450" y="3132270"/>
            <a:ext cx="7010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12629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CB5D-358A-B9DD-BE02-0C3C2DAD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D3548-AF7C-B368-D119-7CFB3F4343DC}"/>
              </a:ext>
            </a:extLst>
          </p:cNvPr>
          <p:cNvSpPr/>
          <p:nvPr/>
        </p:nvSpPr>
        <p:spPr>
          <a:xfrm>
            <a:off x="7163" y="-1837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BD0D-FE5B-E96C-0EE1-AD7C2D77AA6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5BD9FB-47F3-64A2-ADF6-E95D0D2DED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09C65C-0795-DCEE-68AD-6538C633C76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A853DB-B6EB-CD99-0104-B383845FCB5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3AEA7C-9D54-57D4-34F8-11C8E2BF9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51BFD3-9F0C-5ED8-85DF-9FEE9FDE619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BF4167-1CD6-3DD9-1CB0-1480CA1E931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AF5E71-CEE7-A0B3-8E03-E05B0D72AD7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C9F8839-64C8-3357-56BA-E50EE42718A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7FC0FC-F628-F936-AF80-FB5AD8CD491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FE5FC79-D3F1-E49E-9F0F-F2CC3A79170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5FA882-DF6C-A640-9391-0268CC1B40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89FD8-A495-DB96-687D-822FD6AF5C6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4CD0E-A784-CBDD-0F87-827B2FE433F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62DF0BC-C3C9-0960-2A8A-91B2A763D57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6A8F0E-8F26-A928-B679-EE5E01D06E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02AB8-BBAA-4171-1C6F-9E6C523D02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22FD1E-6610-5D01-F43D-9CCBE9D5D9C9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5B5FC3A-C0BD-7994-16B8-7A8B985D55A4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8E17F7F-15A1-1502-5D4B-9CEBE74240E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AC1FDA1-2FF1-5DC1-D7E5-F58344DC5861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3C6F5-F182-DA06-F65F-576DC9C9BC9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1771873-6EFC-B924-0B0F-2C274485CB8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F02C9A3-171A-4490-7D12-CC48AE9CA01A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E0E74E0-C7D4-8FF6-0E30-E28A80B31F55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CC876DD-D8F4-F6C5-7E21-A093DD7FA35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A70044B-2A0B-02DF-B73C-999B176D3C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70063C1-ECA5-CB37-9467-B0EE2960A30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FCF0F12-751F-28CA-E001-2422C161777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C754D85-A032-234A-FF15-EFA58FD2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C64F80E9-5F8C-66D5-340D-846F3D43C460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22948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📌Diferenças entre S.O Mobile e de Estação de trabalho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endParaRPr lang="pt-BR" sz="4950" b="1" kern="0" spc="-15" dirty="0">
              <a:solidFill>
                <a:schemeClr val="bg1">
                  <a:lumMod val="85000"/>
                </a:schemeClr>
              </a:solidFill>
              <a:latin typeface="Montserrat ExtraBold"/>
              <a:cs typeface="Montserrat ExtraBold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5E23B5D-6FC2-08B4-3962-A6EEEF34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7" name="Imagem 36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409C8FB-F8B5-2CEF-B0ED-EFD36E55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313" y="3211775"/>
            <a:ext cx="14401800" cy="68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5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0C5D-7989-25D7-CB8E-8EE41987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A2323A-7CA0-6951-82A8-3BD41F5CCDF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873D6B-4BBF-224B-86CC-A5681E54DF9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64D5D9-D7B0-F0FD-ED48-BCC5497D123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F4816A2-8051-0F77-FEAF-8EF8E0A77FE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E28562-ACEB-426F-4CBA-7E4F6F86687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AC56406-829F-4ED4-35B7-D68F59B0F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Diferenças Técnicas Importantes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A8BF08-C581-68C1-8E31-4BA931AC18EF}"/>
              </a:ext>
            </a:extLst>
          </p:cNvPr>
          <p:cNvSpPr txBox="1"/>
          <p:nvPr/>
        </p:nvSpPr>
        <p:spPr>
          <a:xfrm>
            <a:off x="1526490" y="3063875"/>
            <a:ext cx="8220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de Estação de Trabalho: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Permite maior controle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instalar programas de qualquer fonte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Mais personalizável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Maior acesso a arquivos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B7B50A-D449-2A85-B450-C84AB40D5F70}"/>
              </a:ext>
            </a:extLst>
          </p:cNvPr>
          <p:cNvSpPr txBox="1"/>
          <p:nvPr/>
        </p:nvSpPr>
        <p:spPr>
          <a:xfrm>
            <a:off x="11253623" y="3063875"/>
            <a:ext cx="82207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 Mobile: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Mais fechado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 passam por validação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mais rígida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Menor liberdade do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87453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6324-69C0-9538-F3E6-45AB1067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EE07431-8977-E617-411D-3462BEE2983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57B6CE-445F-1A1F-7DAA-B8DBB7E9FBA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D60A6D-11F1-10D4-FFC4-7C8FB31F74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B4BCB2-4886-EB18-7EE3-6ABCE342079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2940F68-029A-6CED-C95C-747883C86F7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898EE26-409B-A0F8-04CD-4E38EB482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401456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Conclusão Geral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2CB18A-7B90-C346-4539-898C1CE191A7}"/>
              </a:ext>
            </a:extLst>
          </p:cNvPr>
          <p:cNvSpPr txBox="1"/>
          <p:nvPr/>
        </p:nvSpPr>
        <p:spPr>
          <a:xfrm>
            <a:off x="1526490" y="3063875"/>
            <a:ext cx="156121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Software = </a:t>
            </a:r>
            <a:r>
              <a:rPr lang="pt-BR" sz="4000" dirty="0"/>
              <a:t>Parte lógica do computador.</a:t>
            </a:r>
          </a:p>
          <a:p>
            <a:br>
              <a:rPr lang="pt-BR" sz="4000" dirty="0"/>
            </a:br>
            <a:r>
              <a:rPr lang="pt-BR" sz="4000" b="1" dirty="0"/>
              <a:t>Sistema Operacional = </a:t>
            </a:r>
            <a:r>
              <a:rPr lang="pt-BR" sz="4000" dirty="0"/>
              <a:t>Principal software de sistema.</a:t>
            </a:r>
          </a:p>
          <a:p>
            <a:br>
              <a:rPr lang="pt-BR" sz="4000" b="1" dirty="0"/>
            </a:br>
            <a:r>
              <a:rPr lang="pt-BR" sz="4000" b="1" dirty="0"/>
              <a:t>SO Estação de Trabalho = </a:t>
            </a:r>
            <a:r>
              <a:rPr lang="pt-BR" sz="4000" dirty="0"/>
              <a:t>Voltado para produtividade e desempenho.</a:t>
            </a:r>
          </a:p>
          <a:p>
            <a:br>
              <a:rPr lang="pt-BR" sz="4000" dirty="0"/>
            </a:br>
            <a:r>
              <a:rPr lang="pt-BR" sz="4000" b="1" dirty="0"/>
              <a:t>SO Mobile = </a:t>
            </a:r>
            <a:r>
              <a:rPr lang="pt-BR" sz="4000" dirty="0"/>
              <a:t>Voltado para mobilidade e eficiência energética.</a:t>
            </a:r>
          </a:p>
        </p:txBody>
      </p:sp>
    </p:spTree>
    <p:extLst>
      <p:ext uri="{BB962C8B-B14F-4D97-AF65-F5344CB8AC3E}">
        <p14:creationId xmlns:p14="http://schemas.microsoft.com/office/powerpoint/2010/main" val="3170732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4294</TotalTime>
  <Words>3423</Words>
  <Application>Microsoft Office PowerPoint</Application>
  <PresentationFormat>Personalizar</PresentationFormat>
  <Paragraphs>263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Montserrat ExtraBold</vt:lpstr>
      <vt:lpstr>Arial</vt:lpstr>
      <vt:lpstr>Calibri</vt:lpstr>
      <vt:lpstr>Montserrat Light</vt:lpstr>
      <vt:lpstr>Montserrat</vt:lpstr>
      <vt:lpstr>Office Theme</vt:lpstr>
      <vt:lpstr>Apresentação do PowerPoint</vt:lpstr>
      <vt:lpstr>Softwares </vt:lpstr>
      <vt:lpstr>Softwares</vt:lpstr>
      <vt:lpstr>Apresentação do PowerPoint</vt:lpstr>
      <vt:lpstr>Softwares de sistema</vt:lpstr>
      <vt:lpstr>Software de Aplicação</vt:lpstr>
      <vt:lpstr>Softwares de Programação</vt:lpstr>
      <vt:lpstr>Compilada X Interpretada</vt:lpstr>
      <vt:lpstr> </vt:lpstr>
      <vt:lpstr>Sistemas Operacionais</vt:lpstr>
      <vt:lpstr>Sistemas operacionais:</vt:lpstr>
      <vt:lpstr>Principais sistemas operacionais:</vt:lpstr>
      <vt:lpstr>Sistemas operacionais para estação de trabalho</vt:lpstr>
      <vt:lpstr>Características do S.O para estações de trabalho</vt:lpstr>
      <vt:lpstr>Sistemas operacionais mobile</vt:lpstr>
      <vt:lpstr>Características do S.O Mobile</vt:lpstr>
      <vt:lpstr> </vt:lpstr>
      <vt:lpstr>Diferenças Técnicas Importantes</vt:lpstr>
      <vt:lpstr>Conclusão Geral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540</cp:revision>
  <cp:lastPrinted>2025-02-13T13:17:19Z</cp:lastPrinted>
  <dcterms:created xsi:type="dcterms:W3CDTF">2021-08-24T16:20:14Z</dcterms:created>
  <dcterms:modified xsi:type="dcterms:W3CDTF">2026-02-12T20:03:48Z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